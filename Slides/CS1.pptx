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59"/>
  </p:notesMasterIdLst>
  <p:sldIdLst>
    <p:sldId id="256" r:id="rId2"/>
    <p:sldId id="257" r:id="rId3"/>
    <p:sldId id="311" r:id="rId4"/>
    <p:sldId id="312" r:id="rId5"/>
    <p:sldId id="313" r:id="rId6"/>
    <p:sldId id="314"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300" r:id="rId46"/>
    <p:sldId id="301" r:id="rId47"/>
    <p:sldId id="302" r:id="rId48"/>
    <p:sldId id="303" r:id="rId49"/>
    <p:sldId id="304" r:id="rId50"/>
    <p:sldId id="305" r:id="rId51"/>
    <p:sldId id="306" r:id="rId52"/>
    <p:sldId id="307" r:id="rId53"/>
    <p:sldId id="308" r:id="rId54"/>
    <p:sldId id="296" r:id="rId55"/>
    <p:sldId id="297" r:id="rId56"/>
    <p:sldId id="298" r:id="rId57"/>
    <p:sldId id="299" r:id="rId58"/>
  </p:sldIdLst>
  <p:sldSz cx="12192000" cy="6858000"/>
  <p:notesSz cx="6858000" cy="9144000"/>
  <p:embeddedFontLst>
    <p:embeddedFont>
      <p:font typeface="Calibri" panose="020F0502020204030204" pitchFamily="34" charset="0"/>
      <p:regular r:id="rId60"/>
      <p:bold r:id="rId61"/>
      <p:italic r:id="rId62"/>
      <p:boldItalic r:id="rId63"/>
    </p:embeddedFont>
    <p:embeddedFont>
      <p:font typeface="Helvetica" panose="020B0604020202020204" pitchFamily="34" charset="0"/>
      <p:regular r:id="rId64"/>
      <p:bold r:id="rId65"/>
      <p:italic r:id="rId66"/>
      <p:boldItalic r:id="rId67"/>
    </p:embeddedFont>
    <p:embeddedFont>
      <p:font typeface="Helvetica Neue" panose="020B0604020202020204" charset="0"/>
      <p:regular r:id="rId68"/>
      <p:bold r:id="rId69"/>
      <p:italic r:id="rId70"/>
      <p:boldItalic r:id="rId71"/>
    </p:embeddedFont>
    <p:embeddedFont>
      <p:font typeface="Helvetica Neue Light" panose="020B0604020202020204" charset="0"/>
      <p:regular r:id="rId72"/>
      <p:bold r:id="rId73"/>
      <p:italic r:id="rId74"/>
      <p:boldItalic r:id="rId7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208">
          <p15:clr>
            <a:srgbClr val="A4A3A4"/>
          </p15:clr>
        </p15:guide>
        <p15:guide id="2" pos="384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80" roundtripDataSignature="AMtx7mggkBU00bYCzdwIaXiAYwSQNzF1K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420DECD-8DA1-4897-9D06-18107D8CB4AA}">
  <a:tblStyle styleId="{C420DECD-8DA1-4897-9D06-18107D8CB4AA}" styleName="Table_0">
    <a:wholeTbl>
      <a:tcTxStyle b="off" i="off">
        <a:font>
          <a:latin typeface="Calibri"/>
          <a:ea typeface="Calibri"/>
          <a:cs typeface="Calibri"/>
        </a:font>
        <a:schemeClr val="dk1"/>
      </a:tcTxStyle>
      <a:tcStyle>
        <a:tcBdr>
          <a:left>
            <a:ln w="12700" cap="flat" cmpd="sng">
              <a:solidFill>
                <a:schemeClr val="accent5"/>
              </a:solidFill>
              <a:prstDash val="solid"/>
              <a:round/>
              <a:headEnd type="none" w="sm" len="sm"/>
              <a:tailEnd type="none" w="sm" len="sm"/>
            </a:ln>
          </a:left>
          <a:right>
            <a:ln w="12700" cap="flat" cmpd="sng">
              <a:solidFill>
                <a:schemeClr val="accent5"/>
              </a:solidFill>
              <a:prstDash val="solid"/>
              <a:round/>
              <a:headEnd type="none" w="sm" len="sm"/>
              <a:tailEnd type="none" w="sm" len="sm"/>
            </a:ln>
          </a:right>
          <a:top>
            <a:ln w="12700" cap="flat" cmpd="sng">
              <a:solidFill>
                <a:schemeClr val="accent5"/>
              </a:solidFill>
              <a:prstDash val="solid"/>
              <a:round/>
              <a:headEnd type="none" w="sm" len="sm"/>
              <a:tailEnd type="none" w="sm" len="sm"/>
            </a:ln>
          </a:top>
          <a:bottom>
            <a:ln w="12700" cap="flat" cmpd="sng">
              <a:solidFill>
                <a:schemeClr val="accent5"/>
              </a:solidFill>
              <a:prstDash val="solid"/>
              <a:round/>
              <a:headEnd type="none" w="sm" len="sm"/>
              <a:tailEnd type="none" w="sm" len="sm"/>
            </a:ln>
          </a:bottom>
          <a:insideH>
            <a:ln w="12700" cap="flat" cmpd="sng">
              <a:solidFill>
                <a:schemeClr val="accent5"/>
              </a:solidFill>
              <a:prstDash val="solid"/>
              <a:round/>
              <a:headEnd type="none" w="sm" len="sm"/>
              <a:tailEnd type="none" w="sm" len="sm"/>
            </a:ln>
          </a:insideH>
          <a:insideV>
            <a:ln w="12700" cap="flat" cmpd="sng">
              <a:solidFill>
                <a:schemeClr val="accent5"/>
              </a:solidFill>
              <a:prstDash val="solid"/>
              <a:round/>
              <a:headEnd type="none" w="sm" len="sm"/>
              <a:tailEnd type="none" w="sm" len="sm"/>
            </a:ln>
          </a:insideV>
        </a:tcBdr>
        <a:fill>
          <a:solidFill>
            <a:srgbClr val="FFFFFF">
              <a:alpha val="0"/>
            </a:srgbClr>
          </a:solidFill>
        </a:fill>
      </a:tcStyle>
    </a:wholeTbl>
    <a:band1H>
      <a:tcTxStyle/>
      <a:tcStyle>
        <a:tcBdr/>
        <a:fill>
          <a:solidFill>
            <a:schemeClr val="accent5">
              <a:alpha val="20000"/>
            </a:schemeClr>
          </a:solidFill>
        </a:fill>
      </a:tcStyle>
    </a:band1H>
    <a:band2H>
      <a:tcTxStyle/>
      <a:tcStyle>
        <a:tcBdr/>
      </a:tcStyle>
    </a:band2H>
    <a:band1V>
      <a:tcTxStyle/>
      <a:tcStyle>
        <a:tcBdr/>
        <a:fill>
          <a:solidFill>
            <a:schemeClr val="accent5">
              <a:alpha val="20000"/>
            </a:schemeClr>
          </a:solidFill>
        </a:fill>
      </a:tcStyle>
    </a:band1V>
    <a:band2V>
      <a:tcTxStyle/>
      <a:tcStyle>
        <a:tcBdr/>
      </a:tcStyle>
    </a:band2V>
    <a:lastCol>
      <a:tcTxStyle b="on" i="off"/>
      <a:tcStyle>
        <a:tcBdr/>
      </a:tcStyle>
    </a:lastCol>
    <a:firstCol>
      <a:tcTxStyle b="on" i="off"/>
      <a:tcStyle>
        <a:tcBdr/>
      </a:tcStyle>
    </a:firstCol>
    <a:lastRow>
      <a:tcTxStyle b="on" i="off"/>
      <a:tcStyle>
        <a:tcBdr>
          <a:top>
            <a:ln w="50800" cap="flat" cmpd="sng">
              <a:solidFill>
                <a:schemeClr val="accent5"/>
              </a:solidFill>
              <a:prstDash val="solid"/>
              <a:round/>
              <a:headEnd type="none" w="sm" len="sm"/>
              <a:tailEnd type="none" w="sm" len="sm"/>
            </a:ln>
          </a:top>
        </a:tcBdr>
        <a:fill>
          <a:solidFill>
            <a:srgbClr val="FFFFFF">
              <a:alpha val="0"/>
            </a:srgbClr>
          </a:solidFill>
        </a:fill>
      </a:tcStyle>
    </a:lastRow>
    <a:seCell>
      <a:tcTxStyle/>
      <a:tcStyle>
        <a:tcBdr/>
      </a:tcStyle>
    </a:seCell>
    <a:swCell>
      <a:tcTxStyle/>
      <a:tcStyle>
        <a:tcBdr/>
      </a:tcStyle>
    </a:swCell>
    <a:firstRow>
      <a:tcTxStyle b="on" i="off"/>
      <a:tcStyle>
        <a:tcBdr>
          <a:bottom>
            <a:ln w="25400" cap="flat" cmpd="sng">
              <a:solidFill>
                <a:schemeClr val="accent5"/>
              </a:solidFill>
              <a:prstDash val="solid"/>
              <a:round/>
              <a:headEnd type="none" w="sm" len="sm"/>
              <a:tailEnd type="none" w="sm" len="sm"/>
            </a:ln>
          </a:bottom>
        </a:tcBdr>
        <a:fill>
          <a:solidFill>
            <a:srgbClr val="FFFFFF">
              <a:alpha val="0"/>
            </a:srgbClr>
          </a:solidFill>
        </a:fill>
      </a:tcStyle>
    </a:firstRow>
    <a:neCell>
      <a:tcTxStyle/>
      <a:tcStyle>
        <a:tcBdr/>
      </a:tcStyle>
    </a:neCell>
    <a:nwCell>
      <a:tcTxStyle/>
      <a:tcStyle>
        <a:tcBdr/>
      </a:tcStyle>
    </a:nwCell>
  </a:tblStyle>
  <a:tblStyle styleId="{9AD5100B-1F40-4F0F-BB9A-7370B093BD96}" styleName="Table_1">
    <a:wholeTbl>
      <a:tcTxStyle b="off" i="off">
        <a:font>
          <a:latin typeface="Calibri"/>
          <a:ea typeface="Calibri"/>
          <a:cs typeface="Calibri"/>
        </a:font>
        <a:schemeClr val="dk1"/>
      </a:tcTxStyle>
      <a:tcStyle>
        <a:tcBdr>
          <a:left>
            <a:ln w="12700" cap="flat" cmpd="sng">
              <a:solidFill>
                <a:schemeClr val="dk1"/>
              </a:solidFill>
              <a:prstDash val="solid"/>
              <a:round/>
              <a:headEnd type="none" w="sm" len="sm"/>
              <a:tailEnd type="none" w="sm" len="sm"/>
            </a:ln>
          </a:left>
          <a:right>
            <a:ln w="12700" cap="flat" cmpd="sng">
              <a:solidFill>
                <a:schemeClr val="dk1"/>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12700" cap="flat" cmpd="sng">
              <a:solidFill>
                <a:schemeClr val="dk1"/>
              </a:solidFill>
              <a:prstDash val="solid"/>
              <a:round/>
              <a:headEnd type="none" w="sm" len="sm"/>
              <a:tailEnd type="none" w="sm" len="sm"/>
            </a:ln>
          </a:insideH>
          <a:insideV>
            <a:ln w="12700" cap="flat" cmpd="sng">
              <a:solidFill>
                <a:schemeClr val="dk1"/>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131B6606-50E8-4F3F-95DB-24FF2E968E94}" styleName="Table_2">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FF7"/>
          </a:solidFill>
        </a:fill>
      </a:tcStyle>
    </a:wholeTbl>
    <a:band1H>
      <a:tcTxStyle/>
      <a:tcStyle>
        <a:tcBdr/>
        <a:fill>
          <a:solidFill>
            <a:srgbClr val="D0DEEF"/>
          </a:solidFill>
        </a:fill>
      </a:tcStyle>
    </a:band1H>
    <a:band2H>
      <a:tcTxStyle/>
      <a:tcStyle>
        <a:tcBdr/>
      </a:tcStyle>
    </a:band2H>
    <a:band1V>
      <a:tcTxStyle/>
      <a:tcStyle>
        <a:tcBdr/>
        <a:fill>
          <a:solidFill>
            <a:srgbClr val="D0DEEF"/>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5" d="100"/>
          <a:sy n="75" d="100"/>
        </p:scale>
        <p:origin x="874" y="43"/>
      </p:cViewPr>
      <p:guideLst>
        <p:guide orient="horz" pos="2208"/>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4.fntdata"/><Relationship Id="rId68" Type="http://schemas.openxmlformats.org/officeDocument/2006/relationships/font" Target="fonts/font9.fntdata"/><Relationship Id="rId84"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font" Target="fonts/font7.fntdata"/><Relationship Id="rId74" Type="http://schemas.openxmlformats.org/officeDocument/2006/relationships/font" Target="fonts/font15.fntdata"/><Relationship Id="rId5" Type="http://schemas.openxmlformats.org/officeDocument/2006/relationships/slide" Target="slides/slide4.xml"/><Relationship Id="rId61" Type="http://schemas.openxmlformats.org/officeDocument/2006/relationships/font" Target="fonts/font2.fntdata"/><Relationship Id="rId82"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font" Target="fonts/font5.fntdata"/><Relationship Id="rId69" Type="http://schemas.openxmlformats.org/officeDocument/2006/relationships/font" Target="fonts/font10.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13.fntdata"/><Relationship Id="rId80" Type="http://customschemas.google.com/relationships/presentationmetadata" Target="meta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67" Type="http://schemas.openxmlformats.org/officeDocument/2006/relationships/font" Target="fonts/font8.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3.fntdata"/><Relationship Id="rId70" Type="http://schemas.openxmlformats.org/officeDocument/2006/relationships/font" Target="fonts/font11.fntdata"/><Relationship Id="rId75" Type="http://schemas.openxmlformats.org/officeDocument/2006/relationships/font" Target="fonts/font16.fntdata"/><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1.fntdata"/><Relationship Id="rId65" Type="http://schemas.openxmlformats.org/officeDocument/2006/relationships/font" Target="fonts/font6.fntdata"/><Relationship Id="rId73" Type="http://schemas.openxmlformats.org/officeDocument/2006/relationships/font" Target="fonts/font14.fntdata"/><Relationship Id="rId8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font" Target="fonts/font12.fntdata"/><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p:cNvGrpSpPr/>
        <p:nvPr/>
      </p:nvGrpSpPr>
      <p:grpSpPr>
        <a:xfrm>
          <a:off x="0" y="0"/>
          <a:ext cx="0" cy="0"/>
          <a:chOff x="0" y="0"/>
          <a:chExt cx="0" cy="0"/>
        </a:xfrm>
      </p:grpSpPr>
      <p:sp>
        <p:nvSpPr>
          <p:cNvPr id="40" name="Google Shape;40;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 name="Google Shape;41;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 name="Google Shape;4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 name="Google Shape;5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 name="Google Shape;59;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4" name="Google Shape;6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8" name="Google Shape;78;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4" name="Google Shape;8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6" name="Google Shape;96;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7" name="Google Shape;107;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2" name="Google Shape;112;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6" name="Google Shape;146;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1" name="Google Shape;151;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5" name="Google Shape;175;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5" name="Google Shape;185;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5" name="Google Shape;195;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3" name="Google Shape;203;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2" name="Google Shape;212;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8" name="Google Shape;218;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8" name="Google Shape;228;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5" name="Google Shape;235;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1" name="Google Shape;241;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p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8" name="Google Shape;248;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5" name="Google Shape;255;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p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2" name="Google Shape;282;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8" name="Google Shape;288;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3" name="Google Shape;293;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0" name="Google Shape;310;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p2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2" name="Google Shape;322;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p3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5" name="Google Shape;335;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p3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5" name="Google Shape;345;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Google Shape;349;p3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0" name="Google Shape;350;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p3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6" name="Google Shape;356;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p3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2" name="Google Shape;362;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p3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7" name="Google Shape;367;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p3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6" name="Google Shape;376;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
        <p:cNvGrpSpPr/>
        <p:nvPr/>
      </p:nvGrpSpPr>
      <p:grpSpPr>
        <a:xfrm>
          <a:off x="0" y="0"/>
          <a:ext cx="0" cy="0"/>
          <a:chOff x="0" y="0"/>
          <a:chExt cx="0" cy="0"/>
        </a:xfrm>
      </p:grpSpPr>
      <p:sp>
        <p:nvSpPr>
          <p:cNvPr id="395" name="Google Shape;395;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6" name="Google Shape;396;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Google Shape;441;p3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2" name="Google Shape;442;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3"/>
        <p:cNvGrpSpPr/>
        <p:nvPr/>
      </p:nvGrpSpPr>
      <p:grpSpPr>
        <a:xfrm>
          <a:off x="0" y="0"/>
          <a:ext cx="0" cy="0"/>
          <a:chOff x="0" y="0"/>
          <a:chExt cx="0" cy="0"/>
        </a:xfrm>
      </p:grpSpPr>
      <p:sp>
        <p:nvSpPr>
          <p:cNvPr id="454" name="Google Shape;454;p3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5" name="Google Shape;455;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5"/>
        <p:cNvGrpSpPr/>
        <p:nvPr/>
      </p:nvGrpSpPr>
      <p:grpSpPr>
        <a:xfrm>
          <a:off x="0" y="0"/>
          <a:ext cx="0" cy="0"/>
          <a:chOff x="0" y="0"/>
          <a:chExt cx="0" cy="0"/>
        </a:xfrm>
      </p:grpSpPr>
      <p:sp>
        <p:nvSpPr>
          <p:cNvPr id="476" name="Google Shape;476;p4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7" name="Google Shape;477;p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7"/>
        <p:cNvGrpSpPr/>
        <p:nvPr/>
      </p:nvGrpSpPr>
      <p:grpSpPr>
        <a:xfrm>
          <a:off x="0" y="0"/>
          <a:ext cx="0" cy="0"/>
          <a:chOff x="0" y="0"/>
          <a:chExt cx="0" cy="0"/>
        </a:xfrm>
      </p:grpSpPr>
      <p:sp>
        <p:nvSpPr>
          <p:cNvPr id="518" name="Google Shape;518;p4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9" name="Google Shape;519;p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2"/>
        <p:cNvGrpSpPr/>
        <p:nvPr/>
      </p:nvGrpSpPr>
      <p:grpSpPr>
        <a:xfrm>
          <a:off x="0" y="0"/>
          <a:ext cx="0" cy="0"/>
          <a:chOff x="0" y="0"/>
          <a:chExt cx="0" cy="0"/>
        </a:xfrm>
      </p:grpSpPr>
      <p:sp>
        <p:nvSpPr>
          <p:cNvPr id="523" name="Google Shape;523;p4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4" name="Google Shape;524;p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p:cNvGrpSpPr/>
        <p:nvPr/>
      </p:nvGrpSpPr>
      <p:grpSpPr>
        <a:xfrm>
          <a:off x="0" y="0"/>
          <a:ext cx="0" cy="0"/>
          <a:chOff x="0" y="0"/>
          <a:chExt cx="0" cy="0"/>
        </a:xfrm>
      </p:grpSpPr>
      <p:sp>
        <p:nvSpPr>
          <p:cNvPr id="538" name="Google Shape;538;p4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9" name="Google Shape;539;p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6"/>
        <p:cNvGrpSpPr/>
        <p:nvPr/>
      </p:nvGrpSpPr>
      <p:grpSpPr>
        <a:xfrm>
          <a:off x="0" y="0"/>
          <a:ext cx="0" cy="0"/>
          <a:chOff x="0" y="0"/>
          <a:chExt cx="0" cy="0"/>
        </a:xfrm>
      </p:grpSpPr>
      <p:sp>
        <p:nvSpPr>
          <p:cNvPr id="567" name="Google Shape;567;p4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8" name="Google Shape;568;p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2"/>
        <p:cNvGrpSpPr/>
        <p:nvPr/>
      </p:nvGrpSpPr>
      <p:grpSpPr>
        <a:xfrm>
          <a:off x="0" y="0"/>
          <a:ext cx="0" cy="0"/>
          <a:chOff x="0" y="0"/>
          <a:chExt cx="0" cy="0"/>
        </a:xfrm>
      </p:grpSpPr>
      <p:sp>
        <p:nvSpPr>
          <p:cNvPr id="573" name="Google Shape;573;p4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4" name="Google Shape;574;p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4"/>
        <p:cNvGrpSpPr/>
        <p:nvPr/>
      </p:nvGrpSpPr>
      <p:grpSpPr>
        <a:xfrm>
          <a:off x="0" y="0"/>
          <a:ext cx="0" cy="0"/>
          <a:chOff x="0" y="0"/>
          <a:chExt cx="0" cy="0"/>
        </a:xfrm>
      </p:grpSpPr>
      <p:sp>
        <p:nvSpPr>
          <p:cNvPr id="585" name="Google Shape;585;p5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86" name="Google Shape;586;p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3"/>
        <p:cNvGrpSpPr/>
        <p:nvPr/>
      </p:nvGrpSpPr>
      <p:grpSpPr>
        <a:xfrm>
          <a:off x="0" y="0"/>
          <a:ext cx="0" cy="0"/>
          <a:chOff x="0" y="0"/>
          <a:chExt cx="0" cy="0"/>
        </a:xfrm>
      </p:grpSpPr>
      <p:sp>
        <p:nvSpPr>
          <p:cNvPr id="594" name="Google Shape;594;p5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5" name="Google Shape;595;p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9"/>
        <p:cNvGrpSpPr/>
        <p:nvPr/>
      </p:nvGrpSpPr>
      <p:grpSpPr>
        <a:xfrm>
          <a:off x="0" y="0"/>
          <a:ext cx="0" cy="0"/>
          <a:chOff x="0" y="0"/>
          <a:chExt cx="0" cy="0"/>
        </a:xfrm>
      </p:grpSpPr>
      <p:sp>
        <p:nvSpPr>
          <p:cNvPr id="600" name="Google Shape;600;p5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1" name="Google Shape;601;p5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5"/>
        <p:cNvGrpSpPr/>
        <p:nvPr/>
      </p:nvGrpSpPr>
      <p:grpSpPr>
        <a:xfrm>
          <a:off x="0" y="0"/>
          <a:ext cx="0" cy="0"/>
          <a:chOff x="0" y="0"/>
          <a:chExt cx="0" cy="0"/>
        </a:xfrm>
      </p:grpSpPr>
      <p:sp>
        <p:nvSpPr>
          <p:cNvPr id="606" name="Google Shape;606;p5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7" name="Google Shape;607;p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1"/>
        <p:cNvGrpSpPr/>
        <p:nvPr/>
      </p:nvGrpSpPr>
      <p:grpSpPr>
        <a:xfrm>
          <a:off x="0" y="0"/>
          <a:ext cx="0" cy="0"/>
          <a:chOff x="0" y="0"/>
          <a:chExt cx="0" cy="0"/>
        </a:xfrm>
      </p:grpSpPr>
      <p:sp>
        <p:nvSpPr>
          <p:cNvPr id="482" name="Google Shape;482;p4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3" name="Google Shape;483;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p4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8" name="Google Shape;488;p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p:cNvGrpSpPr/>
        <p:nvPr/>
      </p:nvGrpSpPr>
      <p:grpSpPr>
        <a:xfrm>
          <a:off x="0" y="0"/>
          <a:ext cx="0" cy="0"/>
          <a:chOff x="0" y="0"/>
          <a:chExt cx="0" cy="0"/>
        </a:xfrm>
      </p:grpSpPr>
      <p:sp>
        <p:nvSpPr>
          <p:cNvPr id="494" name="Google Shape;494;p4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5" name="Google Shape;495;p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1"/>
        <p:cNvGrpSpPr/>
        <p:nvPr/>
      </p:nvGrpSpPr>
      <p:grpSpPr>
        <a:xfrm>
          <a:off x="0" y="0"/>
          <a:ext cx="0" cy="0"/>
          <a:chOff x="0" y="0"/>
          <a:chExt cx="0" cy="0"/>
        </a:xfrm>
      </p:grpSpPr>
      <p:sp>
        <p:nvSpPr>
          <p:cNvPr id="512" name="Google Shape;512;p4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3" name="Google Shape;513;p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12"/>
        <p:cNvGrpSpPr/>
        <p:nvPr/>
      </p:nvGrpSpPr>
      <p:grpSpPr>
        <a:xfrm>
          <a:off x="0" y="0"/>
          <a:ext cx="0" cy="0"/>
          <a:chOff x="0" y="0"/>
          <a:chExt cx="0" cy="0"/>
        </a:xfrm>
      </p:grpSpPr>
      <p:pic>
        <p:nvPicPr>
          <p:cNvPr id="13" name="Google Shape;13;p55"/>
          <p:cNvPicPr preferRelativeResize="0"/>
          <p:nvPr/>
        </p:nvPicPr>
        <p:blipFill rotWithShape="1">
          <a:blip r:embed="rId2">
            <a:alphaModFix/>
          </a:blip>
          <a:srcRect t="3185" b="1180"/>
          <a:stretch/>
        </p:blipFill>
        <p:spPr>
          <a:xfrm>
            <a:off x="1" y="0"/>
            <a:ext cx="12192000" cy="6858000"/>
          </a:xfrm>
          <a:prstGeom prst="rect">
            <a:avLst/>
          </a:prstGeom>
          <a:solidFill>
            <a:schemeClr val="lt1"/>
          </a:solidFill>
          <a:ln>
            <a:noFill/>
          </a:ln>
        </p:spPr>
      </p:pic>
      <p:pic>
        <p:nvPicPr>
          <p:cNvPr id="14" name="Google Shape;14;p55"/>
          <p:cNvPicPr preferRelativeResize="0"/>
          <p:nvPr/>
        </p:nvPicPr>
        <p:blipFill rotWithShape="1">
          <a:blip r:embed="rId3">
            <a:alphaModFix/>
          </a:blip>
          <a:srcRect/>
          <a:stretch/>
        </p:blipFill>
        <p:spPr>
          <a:xfrm>
            <a:off x="0" y="0"/>
            <a:ext cx="9144441" cy="6858331"/>
          </a:xfrm>
          <a:prstGeom prst="rect">
            <a:avLst/>
          </a:prstGeom>
          <a:noFill/>
          <a:ln>
            <a:noFill/>
          </a:ln>
        </p:spPr>
      </p:pic>
      <p:pic>
        <p:nvPicPr>
          <p:cNvPr id="15" name="Google Shape;15;p55"/>
          <p:cNvPicPr preferRelativeResize="0"/>
          <p:nvPr/>
        </p:nvPicPr>
        <p:blipFill rotWithShape="1">
          <a:blip r:embed="rId4">
            <a:alphaModFix/>
          </a:blip>
          <a:srcRect/>
          <a:stretch/>
        </p:blipFill>
        <p:spPr>
          <a:xfrm>
            <a:off x="2514600" y="2550646"/>
            <a:ext cx="9680189" cy="1792754"/>
          </a:xfrm>
          <a:prstGeom prst="rect">
            <a:avLst/>
          </a:prstGeom>
          <a:noFill/>
          <a:ln>
            <a:noFill/>
          </a:ln>
        </p:spPr>
      </p:pic>
      <p:pic>
        <p:nvPicPr>
          <p:cNvPr id="16" name="Google Shape;16;p55"/>
          <p:cNvPicPr preferRelativeResize="0"/>
          <p:nvPr/>
        </p:nvPicPr>
        <p:blipFill rotWithShape="1">
          <a:blip r:embed="rId5">
            <a:alphaModFix/>
          </a:blip>
          <a:srcRect/>
          <a:stretch/>
        </p:blipFill>
        <p:spPr>
          <a:xfrm>
            <a:off x="-4" y="-447353"/>
            <a:ext cx="10744203" cy="8058153"/>
          </a:xfrm>
          <a:prstGeom prst="rect">
            <a:avLst/>
          </a:prstGeom>
          <a:noFill/>
          <a:ln>
            <a:noFill/>
          </a:ln>
        </p:spPr>
      </p:pic>
      <p:sp>
        <p:nvSpPr>
          <p:cNvPr id="17" name="Google Shape;17;p55"/>
          <p:cNvSpPr txBox="1">
            <a:spLocks noGrp="1"/>
          </p:cNvSpPr>
          <p:nvPr>
            <p:ph type="ctrTitle"/>
          </p:nvPr>
        </p:nvSpPr>
        <p:spPr>
          <a:xfrm>
            <a:off x="4572000" y="2549769"/>
            <a:ext cx="7330831" cy="1600725"/>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3200"/>
              <a:buFont typeface="Helvetica Neue"/>
              <a:buNone/>
              <a:defRPr sz="3200" b="1">
                <a:solidFill>
                  <a:schemeClr val="lt1"/>
                </a:solidFill>
                <a:latin typeface="Helvetica Neue"/>
                <a:ea typeface="Helvetica Neue"/>
                <a:cs typeface="Helvetica Neue"/>
                <a:sym typeface="Helvetica Neu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 name="Google Shape;18;p55"/>
          <p:cNvSpPr txBox="1">
            <a:spLocks noGrp="1"/>
          </p:cNvSpPr>
          <p:nvPr>
            <p:ph type="subTitle" idx="1"/>
          </p:nvPr>
        </p:nvSpPr>
        <p:spPr>
          <a:xfrm>
            <a:off x="5908431" y="4452630"/>
            <a:ext cx="5994400" cy="343327"/>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1C1573"/>
              </a:buClr>
              <a:buSzPts val="1700"/>
              <a:buNone/>
              <a:defRPr sz="1700" b="1">
                <a:solidFill>
                  <a:srgbClr val="1C1573"/>
                </a:solidFill>
                <a:latin typeface="Helvetica Neue"/>
                <a:ea typeface="Helvetica Neue"/>
                <a:cs typeface="Helvetica Neue"/>
                <a:sym typeface="Helvetica Neue"/>
              </a:defRPr>
            </a:lvl1pPr>
            <a:lvl2pPr lvl="1" algn="ctr">
              <a:lnSpc>
                <a:spcPct val="90000"/>
              </a:lnSpc>
              <a:spcBef>
                <a:spcPts val="500"/>
              </a:spcBef>
              <a:spcAft>
                <a:spcPts val="0"/>
              </a:spcAft>
              <a:buClr>
                <a:schemeClr val="dk1"/>
              </a:buClr>
              <a:buSzPts val="1500"/>
              <a:buNone/>
              <a:defRPr sz="1500"/>
            </a:lvl2pPr>
            <a:lvl3pPr lvl="2" algn="ctr">
              <a:lnSpc>
                <a:spcPct val="90000"/>
              </a:lnSpc>
              <a:spcBef>
                <a:spcPts val="500"/>
              </a:spcBef>
              <a:spcAft>
                <a:spcPts val="0"/>
              </a:spcAft>
              <a:buClr>
                <a:schemeClr val="dk1"/>
              </a:buClr>
              <a:buSzPts val="1350"/>
              <a:buNone/>
              <a:defRPr sz="1350"/>
            </a:lvl3pPr>
            <a:lvl4pPr lvl="3" algn="ctr">
              <a:lnSpc>
                <a:spcPct val="90000"/>
              </a:lnSpc>
              <a:spcBef>
                <a:spcPts val="500"/>
              </a:spcBef>
              <a:spcAft>
                <a:spcPts val="0"/>
              </a:spcAft>
              <a:buClr>
                <a:schemeClr val="dk1"/>
              </a:buClr>
              <a:buSzPts val="1200"/>
              <a:buNone/>
              <a:defRPr sz="1200"/>
            </a:lvl4pPr>
            <a:lvl5pPr lvl="4" algn="ctr">
              <a:lnSpc>
                <a:spcPct val="90000"/>
              </a:lnSpc>
              <a:spcBef>
                <a:spcPts val="500"/>
              </a:spcBef>
              <a:spcAft>
                <a:spcPts val="0"/>
              </a:spcAft>
              <a:buClr>
                <a:schemeClr val="dk1"/>
              </a:buClr>
              <a:buSzPts val="1200"/>
              <a:buNone/>
              <a:defRPr sz="1200"/>
            </a:lvl5pPr>
            <a:lvl6pPr lvl="5" algn="ctr">
              <a:lnSpc>
                <a:spcPct val="90000"/>
              </a:lnSpc>
              <a:spcBef>
                <a:spcPts val="500"/>
              </a:spcBef>
              <a:spcAft>
                <a:spcPts val="0"/>
              </a:spcAft>
              <a:buClr>
                <a:schemeClr val="dk1"/>
              </a:buClr>
              <a:buSzPts val="1200"/>
              <a:buNone/>
              <a:defRPr sz="1200"/>
            </a:lvl6pPr>
            <a:lvl7pPr lvl="6" algn="ctr">
              <a:lnSpc>
                <a:spcPct val="90000"/>
              </a:lnSpc>
              <a:spcBef>
                <a:spcPts val="500"/>
              </a:spcBef>
              <a:spcAft>
                <a:spcPts val="0"/>
              </a:spcAft>
              <a:buClr>
                <a:schemeClr val="dk1"/>
              </a:buClr>
              <a:buSzPts val="1200"/>
              <a:buNone/>
              <a:defRPr sz="1200"/>
            </a:lvl7pPr>
            <a:lvl8pPr lvl="7" algn="ctr">
              <a:lnSpc>
                <a:spcPct val="90000"/>
              </a:lnSpc>
              <a:spcBef>
                <a:spcPts val="500"/>
              </a:spcBef>
              <a:spcAft>
                <a:spcPts val="0"/>
              </a:spcAft>
              <a:buClr>
                <a:schemeClr val="dk1"/>
              </a:buClr>
              <a:buSzPts val="1200"/>
              <a:buNone/>
              <a:defRPr sz="1200"/>
            </a:lvl8pPr>
            <a:lvl9pPr lvl="8" algn="ctr">
              <a:lnSpc>
                <a:spcPct val="90000"/>
              </a:lnSpc>
              <a:spcBef>
                <a:spcPts val="500"/>
              </a:spcBef>
              <a:spcAft>
                <a:spcPts val="0"/>
              </a:spcAft>
              <a:buClr>
                <a:schemeClr val="dk1"/>
              </a:buClr>
              <a:buSzPts val="1200"/>
              <a:buNone/>
              <a:defRPr sz="1200"/>
            </a:lvl9pPr>
          </a:lstStyle>
          <a:p>
            <a:endParaRPr/>
          </a:p>
        </p:txBody>
      </p:sp>
      <p:pic>
        <p:nvPicPr>
          <p:cNvPr id="19" name="Google Shape;19;p55"/>
          <p:cNvPicPr preferRelativeResize="0"/>
          <p:nvPr/>
        </p:nvPicPr>
        <p:blipFill rotWithShape="1">
          <a:blip r:embed="rId6">
            <a:alphaModFix/>
          </a:blip>
          <a:srcRect/>
          <a:stretch/>
        </p:blipFill>
        <p:spPr>
          <a:xfrm>
            <a:off x="8523299" y="896875"/>
            <a:ext cx="3096631" cy="1084325"/>
          </a:xfrm>
          <a:prstGeom prst="rect">
            <a:avLst/>
          </a:prstGeom>
          <a:noFill/>
          <a:ln>
            <a:noFill/>
          </a:ln>
        </p:spPr>
      </p:pic>
      <p:pic>
        <p:nvPicPr>
          <p:cNvPr id="20" name="Google Shape;20;p55"/>
          <p:cNvPicPr preferRelativeResize="0"/>
          <p:nvPr/>
        </p:nvPicPr>
        <p:blipFill rotWithShape="1">
          <a:blip r:embed="rId7">
            <a:alphaModFix/>
          </a:blip>
          <a:srcRect/>
          <a:stretch/>
        </p:blipFill>
        <p:spPr>
          <a:xfrm>
            <a:off x="6778116" y="4800600"/>
            <a:ext cx="5124715" cy="21336"/>
          </a:xfrm>
          <a:prstGeom prst="rect">
            <a:avLst/>
          </a:prstGeom>
          <a:noFill/>
          <a:ln>
            <a:noFill/>
          </a:ln>
        </p:spPr>
      </p:pic>
      <p:sp>
        <p:nvSpPr>
          <p:cNvPr id="21" name="Google Shape;21;p55"/>
          <p:cNvSpPr txBox="1">
            <a:spLocks noGrp="1"/>
          </p:cNvSpPr>
          <p:nvPr>
            <p:ph type="body" idx="2"/>
          </p:nvPr>
        </p:nvSpPr>
        <p:spPr>
          <a:xfrm>
            <a:off x="5189412" y="4826977"/>
            <a:ext cx="6713419" cy="1108563"/>
          </a:xfrm>
          <a:prstGeom prst="rect">
            <a:avLst/>
          </a:prstGeom>
          <a:noFill/>
          <a:ln>
            <a:noFill/>
          </a:ln>
        </p:spPr>
        <p:txBody>
          <a:bodyPr spcFirstLastPara="1" wrap="square" lIns="91425" tIns="45700" rIns="91425" bIns="45700" anchor="t" anchorCtr="0">
            <a:normAutofit/>
          </a:bodyPr>
          <a:lstStyle>
            <a:lvl1pPr marL="457200" lvl="0" indent="-228600" algn="r">
              <a:lnSpc>
                <a:spcPct val="90000"/>
              </a:lnSpc>
              <a:spcBef>
                <a:spcPts val="0"/>
              </a:spcBef>
              <a:spcAft>
                <a:spcPts val="0"/>
              </a:spcAft>
              <a:buClr>
                <a:srgbClr val="1C1573"/>
              </a:buClr>
              <a:buSzPts val="1700"/>
              <a:buNone/>
              <a:defRPr sz="1700">
                <a:solidFill>
                  <a:srgbClr val="1C1573"/>
                </a:solidFill>
                <a:latin typeface="Helvetica Neue"/>
                <a:ea typeface="Helvetica Neue"/>
                <a:cs typeface="Helvetica Neue"/>
                <a:sym typeface="Helvetica Neue"/>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200"/>
                                        <p:tgtEl>
                                          <p:spTgt spid="14"/>
                                        </p:tgtEl>
                                      </p:cBhvr>
                                    </p:animEffect>
                                  </p:childTnLst>
                                </p:cTn>
                              </p:par>
                            </p:childTnLst>
                          </p:cTn>
                        </p:par>
                        <p:par>
                          <p:cTn id="8" fill="hold">
                            <p:stCondLst>
                              <p:cond delay="1200"/>
                            </p:stCondLst>
                            <p:childTnLst>
                              <p:par>
                                <p:cTn id="9" presetID="10" presetClass="entr" presetSubtype="0" fill="hold"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fade">
                                      <p:cBhvr>
                                        <p:cTn id="11" dur="1300"/>
                                        <p:tgtEl>
                                          <p:spTgt spid="16"/>
                                        </p:tgtEl>
                                      </p:cBhvr>
                                    </p:animEffect>
                                  </p:childTnLst>
                                </p:cTn>
                              </p:par>
                            </p:childTnLst>
                          </p:cTn>
                        </p:par>
                        <p:par>
                          <p:cTn id="12" fill="hold">
                            <p:stCondLst>
                              <p:cond delay="2500"/>
                            </p:stCondLst>
                            <p:childTnLst>
                              <p:par>
                                <p:cTn id="13" presetID="10" presetClass="entr" presetSubtype="0" fill="hold" nodeType="after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childTnLst>
                                </p:cTn>
                              </p:par>
                            </p:childTnLst>
                          </p:cTn>
                        </p:par>
                        <p:par>
                          <p:cTn id="16" fill="hold">
                            <p:stCondLst>
                              <p:cond delay="3000"/>
                            </p:stCondLst>
                            <p:childTnLst>
                              <p:par>
                                <p:cTn id="17" presetID="10" presetClass="entr" presetSubtype="0" fill="hold" nodeType="after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500"/>
                                        <p:tgtEl>
                                          <p:spTgt spid="15"/>
                                        </p:tgtEl>
                                      </p:cBhvr>
                                    </p:animEffect>
                                  </p:childTnLst>
                                </p:cTn>
                              </p:par>
                            </p:childTnLst>
                          </p:cTn>
                        </p:par>
                        <p:par>
                          <p:cTn id="20" fill="hold">
                            <p:stCondLst>
                              <p:cond delay="3500"/>
                            </p:stCondLst>
                            <p:childTnLst>
                              <p:par>
                                <p:cTn id="21" presetID="10" presetClass="entr" presetSubtype="0" fill="hold" nodeType="afterEffect">
                                  <p:stCondLst>
                                    <p:cond delay="0"/>
                                  </p:stCondLst>
                                  <p:childTnLst>
                                    <p:set>
                                      <p:cBhvr>
                                        <p:cTn id="22" dur="1" fill="hold">
                                          <p:stCondLst>
                                            <p:cond delay="0"/>
                                          </p:stCondLst>
                                        </p:cTn>
                                        <p:tgtEl>
                                          <p:spTgt spid="20"/>
                                        </p:tgtEl>
                                        <p:attrNameLst>
                                          <p:attrName>style.visibility</p:attrName>
                                        </p:attrNameLst>
                                      </p:cBhvr>
                                      <p:to>
                                        <p:strVal val="visible"/>
                                      </p:to>
                                    </p:set>
                                    <p:animEffect transition="in" filter="fade">
                                      <p:cBhvr>
                                        <p:cTn id="23" dur="500"/>
                                        <p:tgtEl>
                                          <p:spTgt spid="20"/>
                                        </p:tgtEl>
                                      </p:cBhvr>
                                    </p:animEffect>
                                  </p:childTnLst>
                                </p:cTn>
                              </p:par>
                              <p:par>
                                <p:cTn id="24" presetID="10" presetClass="entr" presetSubtype="0" fill="hold" nodeType="with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fade">
                                      <p:cBhvr>
                                        <p:cTn id="26" dur="500"/>
                                        <p:tgtEl>
                                          <p:spTgt spid="17"/>
                                        </p:tgtEl>
                                      </p:cBhvr>
                                    </p:animEffect>
                                  </p:childTnLst>
                                </p:cTn>
                              </p:par>
                              <p:par>
                                <p:cTn id="27" presetID="10" presetClass="entr" presetSubtype="0" fill="hold" nodeType="withEffect">
                                  <p:stCondLst>
                                    <p:cond delay="0"/>
                                  </p:stCondLst>
                                  <p:childTnLst>
                                    <p:set>
                                      <p:cBhvr>
                                        <p:cTn id="28" dur="1" fill="hold">
                                          <p:stCondLst>
                                            <p:cond delay="0"/>
                                          </p:stCondLst>
                                        </p:cTn>
                                        <p:tgtEl>
                                          <p:spTgt spid="18">
                                            <p:txEl>
                                              <p:pRg st="0" end="0"/>
                                            </p:txEl>
                                          </p:spTgt>
                                        </p:tgtEl>
                                        <p:attrNameLst>
                                          <p:attrName>style.visibility</p:attrName>
                                        </p:attrNameLst>
                                      </p:cBhvr>
                                      <p:to>
                                        <p:strVal val="visible"/>
                                      </p:to>
                                    </p:set>
                                    <p:animEffect transition="in" filter="fade">
                                      <p:cBhvr>
                                        <p:cTn id="29" dur="500"/>
                                        <p:tgtEl>
                                          <p:spTgt spid="18">
                                            <p:txEl>
                                              <p:pRg st="0" end="0"/>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18">
                                            <p:txEl>
                                              <p:pRg st="1" end="1"/>
                                            </p:txEl>
                                          </p:spTgt>
                                        </p:tgtEl>
                                        <p:attrNameLst>
                                          <p:attrName>style.visibility</p:attrName>
                                        </p:attrNameLst>
                                      </p:cBhvr>
                                      <p:to>
                                        <p:strVal val="visible"/>
                                      </p:to>
                                    </p:set>
                                    <p:animEffect transition="in" filter="fade">
                                      <p:cBhvr>
                                        <p:cTn id="32" dur="500"/>
                                        <p:tgtEl>
                                          <p:spTgt spid="18">
                                            <p:txEl>
                                              <p:pRg st="1" end="1"/>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18">
                                            <p:txEl>
                                              <p:pRg st="2" end="2"/>
                                            </p:txEl>
                                          </p:spTgt>
                                        </p:tgtEl>
                                        <p:attrNameLst>
                                          <p:attrName>style.visibility</p:attrName>
                                        </p:attrNameLst>
                                      </p:cBhvr>
                                      <p:to>
                                        <p:strVal val="visible"/>
                                      </p:to>
                                    </p:set>
                                    <p:animEffect transition="in" filter="fade">
                                      <p:cBhvr>
                                        <p:cTn id="35" dur="500"/>
                                        <p:tgtEl>
                                          <p:spTgt spid="18">
                                            <p:txEl>
                                              <p:pRg st="2" end="2"/>
                                            </p:txEl>
                                          </p:spTgt>
                                        </p:tgtEl>
                                      </p:cBhvr>
                                    </p:animEffect>
                                  </p:childTnLst>
                                </p:cTn>
                              </p:par>
                              <p:par>
                                <p:cTn id="36" presetID="10" presetClass="entr" presetSubtype="0" fill="hold" nodeType="withEffect">
                                  <p:stCondLst>
                                    <p:cond delay="0"/>
                                  </p:stCondLst>
                                  <p:childTnLst>
                                    <p:set>
                                      <p:cBhvr>
                                        <p:cTn id="37" dur="1" fill="hold">
                                          <p:stCondLst>
                                            <p:cond delay="0"/>
                                          </p:stCondLst>
                                        </p:cTn>
                                        <p:tgtEl>
                                          <p:spTgt spid="18">
                                            <p:txEl>
                                              <p:pRg st="3" end="3"/>
                                            </p:txEl>
                                          </p:spTgt>
                                        </p:tgtEl>
                                        <p:attrNameLst>
                                          <p:attrName>style.visibility</p:attrName>
                                        </p:attrNameLst>
                                      </p:cBhvr>
                                      <p:to>
                                        <p:strVal val="visible"/>
                                      </p:to>
                                    </p:set>
                                    <p:animEffect transition="in" filter="fade">
                                      <p:cBhvr>
                                        <p:cTn id="38" dur="500"/>
                                        <p:tgtEl>
                                          <p:spTgt spid="18">
                                            <p:txEl>
                                              <p:pRg st="3" end="3"/>
                                            </p:txEl>
                                          </p:spTgt>
                                        </p:tgtEl>
                                      </p:cBhvr>
                                    </p:animEffect>
                                  </p:childTnLst>
                                </p:cTn>
                              </p:par>
                              <p:par>
                                <p:cTn id="39" presetID="10" presetClass="entr" presetSubtype="0" fill="hold" nodeType="withEffect">
                                  <p:stCondLst>
                                    <p:cond delay="0"/>
                                  </p:stCondLst>
                                  <p:childTnLst>
                                    <p:set>
                                      <p:cBhvr>
                                        <p:cTn id="40" dur="1" fill="hold">
                                          <p:stCondLst>
                                            <p:cond delay="0"/>
                                          </p:stCondLst>
                                        </p:cTn>
                                        <p:tgtEl>
                                          <p:spTgt spid="18">
                                            <p:txEl>
                                              <p:pRg st="4" end="4"/>
                                            </p:txEl>
                                          </p:spTgt>
                                        </p:tgtEl>
                                        <p:attrNameLst>
                                          <p:attrName>style.visibility</p:attrName>
                                        </p:attrNameLst>
                                      </p:cBhvr>
                                      <p:to>
                                        <p:strVal val="visible"/>
                                      </p:to>
                                    </p:set>
                                    <p:animEffect transition="in" filter="fade">
                                      <p:cBhvr>
                                        <p:cTn id="41" dur="500"/>
                                        <p:tgtEl>
                                          <p:spTgt spid="18">
                                            <p:txEl>
                                              <p:pRg st="4" end="4"/>
                                            </p:txEl>
                                          </p:spTgt>
                                        </p:tgtEl>
                                      </p:cBhvr>
                                    </p:animEffect>
                                  </p:childTnLst>
                                </p:cTn>
                              </p:par>
                              <p:par>
                                <p:cTn id="42" presetID="10" presetClass="entr" presetSubtype="0" fill="hold" nodeType="withEffect">
                                  <p:stCondLst>
                                    <p:cond delay="0"/>
                                  </p:stCondLst>
                                  <p:childTnLst>
                                    <p:set>
                                      <p:cBhvr>
                                        <p:cTn id="43" dur="1" fill="hold">
                                          <p:stCondLst>
                                            <p:cond delay="0"/>
                                          </p:stCondLst>
                                        </p:cTn>
                                        <p:tgtEl>
                                          <p:spTgt spid="18">
                                            <p:txEl>
                                              <p:pRg st="5" end="5"/>
                                            </p:txEl>
                                          </p:spTgt>
                                        </p:tgtEl>
                                        <p:attrNameLst>
                                          <p:attrName>style.visibility</p:attrName>
                                        </p:attrNameLst>
                                      </p:cBhvr>
                                      <p:to>
                                        <p:strVal val="visible"/>
                                      </p:to>
                                    </p:set>
                                    <p:animEffect transition="in" filter="fade">
                                      <p:cBhvr>
                                        <p:cTn id="44" dur="500"/>
                                        <p:tgtEl>
                                          <p:spTgt spid="18">
                                            <p:txEl>
                                              <p:pRg st="5" end="5"/>
                                            </p:txEl>
                                          </p:spTgt>
                                        </p:tgtEl>
                                      </p:cBhvr>
                                    </p:animEffect>
                                  </p:childTnLst>
                                </p:cTn>
                              </p:par>
                              <p:par>
                                <p:cTn id="45" presetID="10" presetClass="entr" presetSubtype="0" fill="hold" nodeType="withEffect">
                                  <p:stCondLst>
                                    <p:cond delay="0"/>
                                  </p:stCondLst>
                                  <p:childTnLst>
                                    <p:set>
                                      <p:cBhvr>
                                        <p:cTn id="46" dur="1" fill="hold">
                                          <p:stCondLst>
                                            <p:cond delay="0"/>
                                          </p:stCondLst>
                                        </p:cTn>
                                        <p:tgtEl>
                                          <p:spTgt spid="18">
                                            <p:txEl>
                                              <p:pRg st="6" end="6"/>
                                            </p:txEl>
                                          </p:spTgt>
                                        </p:tgtEl>
                                        <p:attrNameLst>
                                          <p:attrName>style.visibility</p:attrName>
                                        </p:attrNameLst>
                                      </p:cBhvr>
                                      <p:to>
                                        <p:strVal val="visible"/>
                                      </p:to>
                                    </p:set>
                                    <p:animEffect transition="in" filter="fade">
                                      <p:cBhvr>
                                        <p:cTn id="47" dur="500"/>
                                        <p:tgtEl>
                                          <p:spTgt spid="18">
                                            <p:txEl>
                                              <p:pRg st="6" end="6"/>
                                            </p:txEl>
                                          </p:spTgt>
                                        </p:tgtEl>
                                      </p:cBhvr>
                                    </p:animEffect>
                                  </p:childTnLst>
                                </p:cTn>
                              </p:par>
                              <p:par>
                                <p:cTn id="48" presetID="10" presetClass="entr" presetSubtype="0" fill="hold" nodeType="withEffect">
                                  <p:stCondLst>
                                    <p:cond delay="0"/>
                                  </p:stCondLst>
                                  <p:childTnLst>
                                    <p:set>
                                      <p:cBhvr>
                                        <p:cTn id="49" dur="1" fill="hold">
                                          <p:stCondLst>
                                            <p:cond delay="0"/>
                                          </p:stCondLst>
                                        </p:cTn>
                                        <p:tgtEl>
                                          <p:spTgt spid="18">
                                            <p:txEl>
                                              <p:pRg st="7" end="7"/>
                                            </p:txEl>
                                          </p:spTgt>
                                        </p:tgtEl>
                                        <p:attrNameLst>
                                          <p:attrName>style.visibility</p:attrName>
                                        </p:attrNameLst>
                                      </p:cBhvr>
                                      <p:to>
                                        <p:strVal val="visible"/>
                                      </p:to>
                                    </p:set>
                                    <p:animEffect transition="in" filter="fade">
                                      <p:cBhvr>
                                        <p:cTn id="50" dur="500"/>
                                        <p:tgtEl>
                                          <p:spTgt spid="18">
                                            <p:txEl>
                                              <p:pRg st="7" end="7"/>
                                            </p:txEl>
                                          </p:spTgt>
                                        </p:tgtEl>
                                      </p:cBhvr>
                                    </p:animEffect>
                                  </p:childTnLst>
                                </p:cTn>
                              </p:par>
                              <p:par>
                                <p:cTn id="51" presetID="10" presetClass="entr" presetSubtype="0" fill="hold" nodeType="withEffect">
                                  <p:stCondLst>
                                    <p:cond delay="0"/>
                                  </p:stCondLst>
                                  <p:childTnLst>
                                    <p:set>
                                      <p:cBhvr>
                                        <p:cTn id="52" dur="1" fill="hold">
                                          <p:stCondLst>
                                            <p:cond delay="0"/>
                                          </p:stCondLst>
                                        </p:cTn>
                                        <p:tgtEl>
                                          <p:spTgt spid="18">
                                            <p:txEl>
                                              <p:pRg st="8" end="8"/>
                                            </p:txEl>
                                          </p:spTgt>
                                        </p:tgtEl>
                                        <p:attrNameLst>
                                          <p:attrName>style.visibility</p:attrName>
                                        </p:attrNameLst>
                                      </p:cBhvr>
                                      <p:to>
                                        <p:strVal val="visible"/>
                                      </p:to>
                                    </p:set>
                                    <p:animEffect transition="in" filter="fade">
                                      <p:cBhvr>
                                        <p:cTn id="53" dur="500"/>
                                        <p:tgtEl>
                                          <p:spTgt spid="18">
                                            <p:txEl>
                                              <p:pRg st="8" end="8"/>
                                            </p:txEl>
                                          </p:spTgt>
                                        </p:tgtEl>
                                      </p:cBhvr>
                                    </p:animEffect>
                                  </p:childTnLst>
                                </p:cTn>
                              </p:par>
                              <p:par>
                                <p:cTn id="54" presetID="10" presetClass="entr" presetSubtype="0" fill="hold" nodeType="withEffect">
                                  <p:stCondLst>
                                    <p:cond delay="0"/>
                                  </p:stCondLst>
                                  <p:childTnLst>
                                    <p:set>
                                      <p:cBhvr>
                                        <p:cTn id="55" dur="1" fill="hold">
                                          <p:stCondLst>
                                            <p:cond delay="0"/>
                                          </p:stCondLst>
                                        </p:cTn>
                                        <p:tgtEl>
                                          <p:spTgt spid="21">
                                            <p:txEl>
                                              <p:pRg st="0" end="0"/>
                                            </p:txEl>
                                          </p:spTgt>
                                        </p:tgtEl>
                                        <p:attrNameLst>
                                          <p:attrName>style.visibility</p:attrName>
                                        </p:attrNameLst>
                                      </p:cBhvr>
                                      <p:to>
                                        <p:strVal val="visible"/>
                                      </p:to>
                                    </p:set>
                                    <p:animEffect transition="in" filter="fade">
                                      <p:cBhvr>
                                        <p:cTn id="56" dur="500"/>
                                        <p:tgtEl>
                                          <p:spTgt spid="21">
                                            <p:txEl>
                                              <p:pRg st="0" end="0"/>
                                            </p:txEl>
                                          </p:spTgt>
                                        </p:tgtEl>
                                      </p:cBhvr>
                                    </p:animEffect>
                                  </p:childTnLst>
                                </p:cTn>
                              </p:par>
                              <p:par>
                                <p:cTn id="57" presetID="10" presetClass="entr" presetSubtype="0" fill="hold" nodeType="withEffect">
                                  <p:stCondLst>
                                    <p:cond delay="0"/>
                                  </p:stCondLst>
                                  <p:childTnLst>
                                    <p:set>
                                      <p:cBhvr>
                                        <p:cTn id="58" dur="1" fill="hold">
                                          <p:stCondLst>
                                            <p:cond delay="0"/>
                                          </p:stCondLst>
                                        </p:cTn>
                                        <p:tgtEl>
                                          <p:spTgt spid="21">
                                            <p:txEl>
                                              <p:pRg st="1" end="1"/>
                                            </p:txEl>
                                          </p:spTgt>
                                        </p:tgtEl>
                                        <p:attrNameLst>
                                          <p:attrName>style.visibility</p:attrName>
                                        </p:attrNameLst>
                                      </p:cBhvr>
                                      <p:to>
                                        <p:strVal val="visible"/>
                                      </p:to>
                                    </p:set>
                                    <p:animEffect transition="in" filter="fade">
                                      <p:cBhvr>
                                        <p:cTn id="59" dur="500"/>
                                        <p:tgtEl>
                                          <p:spTgt spid="21">
                                            <p:txEl>
                                              <p:pRg st="1" end="1"/>
                                            </p:txEl>
                                          </p:spTgt>
                                        </p:tgtEl>
                                      </p:cBhvr>
                                    </p:animEffect>
                                  </p:childTnLst>
                                </p:cTn>
                              </p:par>
                              <p:par>
                                <p:cTn id="60" presetID="10" presetClass="entr" presetSubtype="0" fill="hold" nodeType="withEffect">
                                  <p:stCondLst>
                                    <p:cond delay="0"/>
                                  </p:stCondLst>
                                  <p:childTnLst>
                                    <p:set>
                                      <p:cBhvr>
                                        <p:cTn id="61" dur="1" fill="hold">
                                          <p:stCondLst>
                                            <p:cond delay="0"/>
                                          </p:stCondLst>
                                        </p:cTn>
                                        <p:tgtEl>
                                          <p:spTgt spid="21">
                                            <p:txEl>
                                              <p:pRg st="2" end="2"/>
                                            </p:txEl>
                                          </p:spTgt>
                                        </p:tgtEl>
                                        <p:attrNameLst>
                                          <p:attrName>style.visibility</p:attrName>
                                        </p:attrNameLst>
                                      </p:cBhvr>
                                      <p:to>
                                        <p:strVal val="visible"/>
                                      </p:to>
                                    </p:set>
                                    <p:animEffect transition="in" filter="fade">
                                      <p:cBhvr>
                                        <p:cTn id="62" dur="500"/>
                                        <p:tgtEl>
                                          <p:spTgt spid="21">
                                            <p:txEl>
                                              <p:pRg st="2" end="2"/>
                                            </p:txEl>
                                          </p:spTgt>
                                        </p:tgtEl>
                                      </p:cBhvr>
                                    </p:animEffect>
                                  </p:childTnLst>
                                </p:cTn>
                              </p:par>
                              <p:par>
                                <p:cTn id="63" presetID="10" presetClass="entr" presetSubtype="0" fill="hold" nodeType="withEffect">
                                  <p:stCondLst>
                                    <p:cond delay="0"/>
                                  </p:stCondLst>
                                  <p:childTnLst>
                                    <p:set>
                                      <p:cBhvr>
                                        <p:cTn id="64" dur="1" fill="hold">
                                          <p:stCondLst>
                                            <p:cond delay="0"/>
                                          </p:stCondLst>
                                        </p:cTn>
                                        <p:tgtEl>
                                          <p:spTgt spid="21">
                                            <p:txEl>
                                              <p:pRg st="3" end="3"/>
                                            </p:txEl>
                                          </p:spTgt>
                                        </p:tgtEl>
                                        <p:attrNameLst>
                                          <p:attrName>style.visibility</p:attrName>
                                        </p:attrNameLst>
                                      </p:cBhvr>
                                      <p:to>
                                        <p:strVal val="visible"/>
                                      </p:to>
                                    </p:set>
                                    <p:animEffect transition="in" filter="fade">
                                      <p:cBhvr>
                                        <p:cTn id="65" dur="500"/>
                                        <p:tgtEl>
                                          <p:spTgt spid="21">
                                            <p:txEl>
                                              <p:pRg st="3" end="3"/>
                                            </p:txEl>
                                          </p:spTgt>
                                        </p:tgtEl>
                                      </p:cBhvr>
                                    </p:animEffect>
                                  </p:childTnLst>
                                </p:cTn>
                              </p:par>
                              <p:par>
                                <p:cTn id="66" presetID="10" presetClass="entr" presetSubtype="0" fill="hold" nodeType="withEffect">
                                  <p:stCondLst>
                                    <p:cond delay="0"/>
                                  </p:stCondLst>
                                  <p:childTnLst>
                                    <p:set>
                                      <p:cBhvr>
                                        <p:cTn id="67" dur="1" fill="hold">
                                          <p:stCondLst>
                                            <p:cond delay="0"/>
                                          </p:stCondLst>
                                        </p:cTn>
                                        <p:tgtEl>
                                          <p:spTgt spid="21">
                                            <p:txEl>
                                              <p:pRg st="4" end="4"/>
                                            </p:txEl>
                                          </p:spTgt>
                                        </p:tgtEl>
                                        <p:attrNameLst>
                                          <p:attrName>style.visibility</p:attrName>
                                        </p:attrNameLst>
                                      </p:cBhvr>
                                      <p:to>
                                        <p:strVal val="visible"/>
                                      </p:to>
                                    </p:set>
                                    <p:animEffect transition="in" filter="fade">
                                      <p:cBhvr>
                                        <p:cTn id="68" dur="500"/>
                                        <p:tgtEl>
                                          <p:spTgt spid="21">
                                            <p:txEl>
                                              <p:pRg st="4" end="4"/>
                                            </p:txEl>
                                          </p:spTgt>
                                        </p:tgtEl>
                                      </p:cBhvr>
                                    </p:animEffect>
                                  </p:childTnLst>
                                </p:cTn>
                              </p:par>
                              <p:par>
                                <p:cTn id="69" presetID="10" presetClass="entr" presetSubtype="0" fill="hold" nodeType="withEffect">
                                  <p:stCondLst>
                                    <p:cond delay="0"/>
                                  </p:stCondLst>
                                  <p:childTnLst>
                                    <p:set>
                                      <p:cBhvr>
                                        <p:cTn id="70" dur="1" fill="hold">
                                          <p:stCondLst>
                                            <p:cond delay="0"/>
                                          </p:stCondLst>
                                        </p:cTn>
                                        <p:tgtEl>
                                          <p:spTgt spid="21">
                                            <p:txEl>
                                              <p:pRg st="5" end="5"/>
                                            </p:txEl>
                                          </p:spTgt>
                                        </p:tgtEl>
                                        <p:attrNameLst>
                                          <p:attrName>style.visibility</p:attrName>
                                        </p:attrNameLst>
                                      </p:cBhvr>
                                      <p:to>
                                        <p:strVal val="visible"/>
                                      </p:to>
                                    </p:set>
                                    <p:animEffect transition="in" filter="fade">
                                      <p:cBhvr>
                                        <p:cTn id="71" dur="500"/>
                                        <p:tgtEl>
                                          <p:spTgt spid="21">
                                            <p:txEl>
                                              <p:pRg st="5" end="5"/>
                                            </p:txEl>
                                          </p:spTgt>
                                        </p:tgtEl>
                                      </p:cBhvr>
                                    </p:animEffect>
                                  </p:childTnLst>
                                </p:cTn>
                              </p:par>
                              <p:par>
                                <p:cTn id="72" presetID="10" presetClass="entr" presetSubtype="0" fill="hold" nodeType="withEffect">
                                  <p:stCondLst>
                                    <p:cond delay="0"/>
                                  </p:stCondLst>
                                  <p:childTnLst>
                                    <p:set>
                                      <p:cBhvr>
                                        <p:cTn id="73" dur="1" fill="hold">
                                          <p:stCondLst>
                                            <p:cond delay="0"/>
                                          </p:stCondLst>
                                        </p:cTn>
                                        <p:tgtEl>
                                          <p:spTgt spid="21">
                                            <p:txEl>
                                              <p:pRg st="6" end="6"/>
                                            </p:txEl>
                                          </p:spTgt>
                                        </p:tgtEl>
                                        <p:attrNameLst>
                                          <p:attrName>style.visibility</p:attrName>
                                        </p:attrNameLst>
                                      </p:cBhvr>
                                      <p:to>
                                        <p:strVal val="visible"/>
                                      </p:to>
                                    </p:set>
                                    <p:animEffect transition="in" filter="fade">
                                      <p:cBhvr>
                                        <p:cTn id="74" dur="500"/>
                                        <p:tgtEl>
                                          <p:spTgt spid="21">
                                            <p:txEl>
                                              <p:pRg st="6" end="6"/>
                                            </p:txEl>
                                          </p:spTgt>
                                        </p:tgtEl>
                                      </p:cBhvr>
                                    </p:animEffect>
                                  </p:childTnLst>
                                </p:cTn>
                              </p:par>
                              <p:par>
                                <p:cTn id="75" presetID="10" presetClass="entr" presetSubtype="0" fill="hold" nodeType="withEffect">
                                  <p:stCondLst>
                                    <p:cond delay="0"/>
                                  </p:stCondLst>
                                  <p:childTnLst>
                                    <p:set>
                                      <p:cBhvr>
                                        <p:cTn id="76" dur="1" fill="hold">
                                          <p:stCondLst>
                                            <p:cond delay="0"/>
                                          </p:stCondLst>
                                        </p:cTn>
                                        <p:tgtEl>
                                          <p:spTgt spid="21">
                                            <p:txEl>
                                              <p:pRg st="7" end="7"/>
                                            </p:txEl>
                                          </p:spTgt>
                                        </p:tgtEl>
                                        <p:attrNameLst>
                                          <p:attrName>style.visibility</p:attrName>
                                        </p:attrNameLst>
                                      </p:cBhvr>
                                      <p:to>
                                        <p:strVal val="visible"/>
                                      </p:to>
                                    </p:set>
                                    <p:animEffect transition="in" filter="fade">
                                      <p:cBhvr>
                                        <p:cTn id="77" dur="500"/>
                                        <p:tgtEl>
                                          <p:spTgt spid="21">
                                            <p:txEl>
                                              <p:pRg st="7" end="7"/>
                                            </p:txEl>
                                          </p:spTgt>
                                        </p:tgtEl>
                                      </p:cBhvr>
                                    </p:animEffect>
                                  </p:childTnLst>
                                </p:cTn>
                              </p:par>
                              <p:par>
                                <p:cTn id="78" presetID="10" presetClass="entr" presetSubtype="0" fill="hold" nodeType="withEffect">
                                  <p:stCondLst>
                                    <p:cond delay="0"/>
                                  </p:stCondLst>
                                  <p:childTnLst>
                                    <p:set>
                                      <p:cBhvr>
                                        <p:cTn id="79" dur="1" fill="hold">
                                          <p:stCondLst>
                                            <p:cond delay="0"/>
                                          </p:stCondLst>
                                        </p:cTn>
                                        <p:tgtEl>
                                          <p:spTgt spid="21">
                                            <p:txEl>
                                              <p:pRg st="8" end="8"/>
                                            </p:txEl>
                                          </p:spTgt>
                                        </p:tgtEl>
                                        <p:attrNameLst>
                                          <p:attrName>style.visibility</p:attrName>
                                        </p:attrNameLst>
                                      </p:cBhvr>
                                      <p:to>
                                        <p:strVal val="visible"/>
                                      </p:to>
                                    </p:set>
                                    <p:animEffect transition="in" filter="fade">
                                      <p:cBhvr>
                                        <p:cTn id="80" dur="500"/>
                                        <p:tgtEl>
                                          <p:spTgt spid="21">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22"/>
        <p:cNvGrpSpPr/>
        <p:nvPr/>
      </p:nvGrpSpPr>
      <p:grpSpPr>
        <a:xfrm>
          <a:off x="0" y="0"/>
          <a:ext cx="0" cy="0"/>
          <a:chOff x="0" y="0"/>
          <a:chExt cx="0" cy="0"/>
        </a:xfrm>
      </p:grpSpPr>
      <p:pic>
        <p:nvPicPr>
          <p:cNvPr id="23" name="Google Shape;23;p56"/>
          <p:cNvPicPr preferRelativeResize="0"/>
          <p:nvPr/>
        </p:nvPicPr>
        <p:blipFill rotWithShape="1">
          <a:blip r:embed="rId2">
            <a:alphaModFix amt="50000"/>
          </a:blip>
          <a:srcRect l="177" t="-543" r="177" b="-542"/>
          <a:stretch/>
        </p:blipFill>
        <p:spPr>
          <a:xfrm>
            <a:off x="4750810" y="2223656"/>
            <a:ext cx="2690381" cy="2729344"/>
          </a:xfrm>
          <a:prstGeom prst="rect">
            <a:avLst/>
          </a:prstGeom>
          <a:noFill/>
          <a:ln>
            <a:noFill/>
          </a:ln>
        </p:spPr>
      </p:pic>
      <p:pic>
        <p:nvPicPr>
          <p:cNvPr id="24" name="Google Shape;24;p56"/>
          <p:cNvPicPr preferRelativeResize="0"/>
          <p:nvPr/>
        </p:nvPicPr>
        <p:blipFill rotWithShape="1">
          <a:blip r:embed="rId3">
            <a:alphaModFix/>
          </a:blip>
          <a:srcRect/>
          <a:stretch/>
        </p:blipFill>
        <p:spPr>
          <a:xfrm>
            <a:off x="0" y="6817420"/>
            <a:ext cx="12192000" cy="40580"/>
          </a:xfrm>
          <a:prstGeom prst="rect">
            <a:avLst/>
          </a:prstGeom>
          <a:noFill/>
          <a:ln>
            <a:noFill/>
          </a:ln>
        </p:spPr>
      </p:pic>
      <p:pic>
        <p:nvPicPr>
          <p:cNvPr id="25" name="Google Shape;25;p56"/>
          <p:cNvPicPr preferRelativeResize="0"/>
          <p:nvPr/>
        </p:nvPicPr>
        <p:blipFill rotWithShape="1">
          <a:blip r:embed="rId4">
            <a:alphaModFix/>
          </a:blip>
          <a:srcRect/>
          <a:stretch/>
        </p:blipFill>
        <p:spPr>
          <a:xfrm>
            <a:off x="0" y="160569"/>
            <a:ext cx="10668000" cy="764364"/>
          </a:xfrm>
          <a:prstGeom prst="rect">
            <a:avLst/>
          </a:prstGeom>
          <a:noFill/>
          <a:ln>
            <a:noFill/>
          </a:ln>
        </p:spPr>
      </p:pic>
      <p:sp>
        <p:nvSpPr>
          <p:cNvPr id="26" name="Google Shape;26;p56"/>
          <p:cNvSpPr txBox="1">
            <a:spLocks noGrp="1"/>
          </p:cNvSpPr>
          <p:nvPr>
            <p:ph type="title"/>
          </p:nvPr>
        </p:nvSpPr>
        <p:spPr>
          <a:xfrm>
            <a:off x="838200" y="160569"/>
            <a:ext cx="9321800" cy="76436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Helvetica Neue"/>
              <a:buNone/>
              <a:defRPr sz="3200" b="1">
                <a:solidFill>
                  <a:schemeClr val="lt1"/>
                </a:solidFill>
                <a:latin typeface="Helvetica Neue"/>
                <a:ea typeface="Helvetica Neue"/>
                <a:cs typeface="Helvetica Neue"/>
                <a:sym typeface="Helvetica Neu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56"/>
          <p:cNvSpPr txBox="1">
            <a:spLocks noGrp="1"/>
          </p:cNvSpPr>
          <p:nvPr>
            <p:ph type="body" idx="1"/>
          </p:nvPr>
        </p:nvSpPr>
        <p:spPr>
          <a:xfrm>
            <a:off x="857739" y="1600201"/>
            <a:ext cx="10160000" cy="2728913"/>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sz="1800">
                <a:latin typeface="Helvetica Neue"/>
                <a:ea typeface="Helvetica Neue"/>
                <a:cs typeface="Helvetica Neue"/>
                <a:sym typeface="Helvetica Neue"/>
              </a:defRPr>
            </a:lvl1pPr>
            <a:lvl2pPr marL="914400" lvl="1" indent="-330200" algn="l">
              <a:lnSpc>
                <a:spcPct val="90000"/>
              </a:lnSpc>
              <a:spcBef>
                <a:spcPts val="500"/>
              </a:spcBef>
              <a:spcAft>
                <a:spcPts val="0"/>
              </a:spcAft>
              <a:buClr>
                <a:schemeClr val="dk1"/>
              </a:buClr>
              <a:buSzPts val="1600"/>
              <a:buChar char="•"/>
              <a:defRPr sz="1600">
                <a:latin typeface="Helvetica Neue"/>
                <a:ea typeface="Helvetica Neue"/>
                <a:cs typeface="Helvetica Neue"/>
                <a:sym typeface="Helvetica Neue"/>
              </a:defRPr>
            </a:lvl2pPr>
            <a:lvl3pPr marL="1371600" lvl="2" indent="-317500" algn="l">
              <a:lnSpc>
                <a:spcPct val="90000"/>
              </a:lnSpc>
              <a:spcBef>
                <a:spcPts val="500"/>
              </a:spcBef>
              <a:spcAft>
                <a:spcPts val="0"/>
              </a:spcAft>
              <a:buClr>
                <a:schemeClr val="dk1"/>
              </a:buClr>
              <a:buSzPts val="1400"/>
              <a:buChar char="•"/>
              <a:defRPr sz="1400">
                <a:latin typeface="Helvetica Neue"/>
                <a:ea typeface="Helvetica Neue"/>
                <a:cs typeface="Helvetica Neue"/>
                <a:sym typeface="Helvetica Neue"/>
              </a:defRPr>
            </a:lvl3pPr>
            <a:lvl4pPr marL="1828800" lvl="3" indent="-304800" algn="l">
              <a:lnSpc>
                <a:spcPct val="90000"/>
              </a:lnSpc>
              <a:spcBef>
                <a:spcPts val="500"/>
              </a:spcBef>
              <a:spcAft>
                <a:spcPts val="0"/>
              </a:spcAft>
              <a:buClr>
                <a:schemeClr val="dk1"/>
              </a:buClr>
              <a:buSzPts val="1200"/>
              <a:buChar char="•"/>
              <a:defRPr sz="1200">
                <a:latin typeface="Helvetica Neue"/>
                <a:ea typeface="Helvetica Neue"/>
                <a:cs typeface="Helvetica Neue"/>
                <a:sym typeface="Helvetica Neue"/>
              </a:defRPr>
            </a:lvl4pPr>
            <a:lvl5pPr marL="2286000" lvl="4" indent="-304800" algn="l">
              <a:lnSpc>
                <a:spcPct val="90000"/>
              </a:lnSpc>
              <a:spcBef>
                <a:spcPts val="500"/>
              </a:spcBef>
              <a:spcAft>
                <a:spcPts val="0"/>
              </a:spcAft>
              <a:buClr>
                <a:schemeClr val="dk1"/>
              </a:buClr>
              <a:buSzPts val="1200"/>
              <a:buChar char="•"/>
              <a:defRPr sz="1200">
                <a:latin typeface="Helvetica Neue"/>
                <a:ea typeface="Helvetica Neue"/>
                <a:cs typeface="Helvetica Neue"/>
                <a:sym typeface="Helvetica Neu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8" name="Google Shape;28;p56"/>
          <p:cNvSpPr txBox="1">
            <a:spLocks noGrp="1"/>
          </p:cNvSpPr>
          <p:nvPr>
            <p:ph type="body" idx="2"/>
          </p:nvPr>
        </p:nvSpPr>
        <p:spPr>
          <a:xfrm>
            <a:off x="329247" y="1143001"/>
            <a:ext cx="11196956" cy="3952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1C1573"/>
              </a:buClr>
              <a:buSzPts val="2000"/>
              <a:buNone/>
              <a:defRPr sz="2000" b="1">
                <a:solidFill>
                  <a:srgbClr val="1C1573"/>
                </a:solidFill>
                <a:latin typeface="Helvetica Neue"/>
                <a:ea typeface="Helvetica Neue"/>
                <a:cs typeface="Helvetica Neue"/>
                <a:sym typeface="Helvetica Neue"/>
              </a:defRPr>
            </a:lvl1pPr>
            <a:lvl2pPr marL="914400" lvl="1" indent="-381000" algn="l">
              <a:lnSpc>
                <a:spcPct val="90000"/>
              </a:lnSpc>
              <a:spcBef>
                <a:spcPts val="500"/>
              </a:spcBef>
              <a:spcAft>
                <a:spcPts val="0"/>
              </a:spcAft>
              <a:buClr>
                <a:srgbClr val="1C1573"/>
              </a:buClr>
              <a:buSzPts val="2400"/>
              <a:buChar char="•"/>
              <a:defRPr b="1">
                <a:solidFill>
                  <a:srgbClr val="1C1573"/>
                </a:solidFill>
                <a:latin typeface="Helvetica Neue"/>
                <a:ea typeface="Helvetica Neue"/>
                <a:cs typeface="Helvetica Neue"/>
                <a:sym typeface="Helvetica Neue"/>
              </a:defRPr>
            </a:lvl2pPr>
            <a:lvl3pPr marL="1371600" lvl="2" indent="-355600" algn="l">
              <a:lnSpc>
                <a:spcPct val="90000"/>
              </a:lnSpc>
              <a:spcBef>
                <a:spcPts val="500"/>
              </a:spcBef>
              <a:spcAft>
                <a:spcPts val="0"/>
              </a:spcAft>
              <a:buClr>
                <a:srgbClr val="1C1573"/>
              </a:buClr>
              <a:buSzPts val="2000"/>
              <a:buChar char="•"/>
              <a:defRPr b="1">
                <a:solidFill>
                  <a:srgbClr val="1C1573"/>
                </a:solidFill>
                <a:latin typeface="Helvetica Neue"/>
                <a:ea typeface="Helvetica Neue"/>
                <a:cs typeface="Helvetica Neue"/>
                <a:sym typeface="Helvetica Neue"/>
              </a:defRPr>
            </a:lvl3pPr>
            <a:lvl4pPr marL="1828800" lvl="3" indent="-342900" algn="l">
              <a:lnSpc>
                <a:spcPct val="90000"/>
              </a:lnSpc>
              <a:spcBef>
                <a:spcPts val="500"/>
              </a:spcBef>
              <a:spcAft>
                <a:spcPts val="0"/>
              </a:spcAft>
              <a:buClr>
                <a:srgbClr val="1C1573"/>
              </a:buClr>
              <a:buSzPts val="1800"/>
              <a:buChar char="•"/>
              <a:defRPr b="1">
                <a:solidFill>
                  <a:srgbClr val="1C1573"/>
                </a:solidFill>
                <a:latin typeface="Helvetica Neue"/>
                <a:ea typeface="Helvetica Neue"/>
                <a:cs typeface="Helvetica Neue"/>
                <a:sym typeface="Helvetica Neue"/>
              </a:defRPr>
            </a:lvl4pPr>
            <a:lvl5pPr marL="2286000" lvl="4" indent="-342900" algn="l">
              <a:lnSpc>
                <a:spcPct val="90000"/>
              </a:lnSpc>
              <a:spcBef>
                <a:spcPts val="500"/>
              </a:spcBef>
              <a:spcAft>
                <a:spcPts val="0"/>
              </a:spcAft>
              <a:buClr>
                <a:srgbClr val="1C1573"/>
              </a:buClr>
              <a:buSzPts val="1800"/>
              <a:buChar char="•"/>
              <a:defRPr b="1">
                <a:solidFill>
                  <a:srgbClr val="1C1573"/>
                </a:solidFill>
                <a:latin typeface="Helvetica Neue"/>
                <a:ea typeface="Helvetica Neue"/>
                <a:cs typeface="Helvetica Neue"/>
                <a:sym typeface="Helvetica Neu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1_Section Header" type="secHead">
  <p:cSld name="SECTION_HEADER">
    <p:spTree>
      <p:nvGrpSpPr>
        <p:cNvPr id="1" name="Shape 29"/>
        <p:cNvGrpSpPr/>
        <p:nvPr/>
      </p:nvGrpSpPr>
      <p:grpSpPr>
        <a:xfrm>
          <a:off x="0" y="0"/>
          <a:ext cx="0" cy="0"/>
          <a:chOff x="0" y="0"/>
          <a:chExt cx="0" cy="0"/>
        </a:xfrm>
      </p:grpSpPr>
      <p:pic>
        <p:nvPicPr>
          <p:cNvPr id="30" name="Google Shape;30;p57"/>
          <p:cNvPicPr preferRelativeResize="0"/>
          <p:nvPr/>
        </p:nvPicPr>
        <p:blipFill rotWithShape="1">
          <a:blip r:embed="rId2">
            <a:alphaModFix amt="50000"/>
          </a:blip>
          <a:srcRect l="177" t="-543" r="177" b="-542"/>
          <a:stretch/>
        </p:blipFill>
        <p:spPr>
          <a:xfrm>
            <a:off x="4750810" y="2223656"/>
            <a:ext cx="2690381" cy="2729344"/>
          </a:xfrm>
          <a:prstGeom prst="rect">
            <a:avLst/>
          </a:prstGeom>
          <a:noFill/>
          <a:ln>
            <a:noFill/>
          </a:ln>
        </p:spPr>
      </p:pic>
      <p:sp>
        <p:nvSpPr>
          <p:cNvPr id="31" name="Google Shape;31;p5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r">
              <a:lnSpc>
                <a:spcPct val="90000"/>
              </a:lnSpc>
              <a:spcBef>
                <a:spcPts val="0"/>
              </a:spcBef>
              <a:spcAft>
                <a:spcPts val="0"/>
              </a:spcAft>
              <a:buClr>
                <a:srgbClr val="150860"/>
              </a:buClr>
              <a:buSzPts val="5400"/>
              <a:buFont typeface="Helvetica Neue"/>
              <a:buNone/>
              <a:defRPr sz="5400" b="1">
                <a:solidFill>
                  <a:srgbClr val="150860"/>
                </a:solidFill>
                <a:latin typeface="Helvetica Neue"/>
                <a:ea typeface="Helvetica Neue"/>
                <a:cs typeface="Helvetica Neue"/>
                <a:sym typeface="Helvetica Neu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5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r">
              <a:lnSpc>
                <a:spcPct val="90000"/>
              </a:lnSpc>
              <a:spcBef>
                <a:spcPts val="1000"/>
              </a:spcBef>
              <a:spcAft>
                <a:spcPts val="0"/>
              </a:spcAft>
              <a:buClr>
                <a:srgbClr val="888888"/>
              </a:buClr>
              <a:buSzPts val="2400"/>
              <a:buNone/>
              <a:defRPr sz="2400" b="0" i="0">
                <a:solidFill>
                  <a:srgbClr val="888888"/>
                </a:solidFill>
                <a:latin typeface="Helvetica Neue Light"/>
                <a:ea typeface="Helvetica Neue Light"/>
                <a:cs typeface="Helvetica Neue Light"/>
                <a:sym typeface="Helvetica Neue Light"/>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pic>
        <p:nvPicPr>
          <p:cNvPr id="33" name="Google Shape;33;p57"/>
          <p:cNvPicPr preferRelativeResize="0"/>
          <p:nvPr/>
        </p:nvPicPr>
        <p:blipFill rotWithShape="1">
          <a:blip r:embed="rId3">
            <a:alphaModFix/>
          </a:blip>
          <a:srcRect/>
          <a:stretch/>
        </p:blipFill>
        <p:spPr>
          <a:xfrm>
            <a:off x="0" y="6817420"/>
            <a:ext cx="12192000" cy="4058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34"/>
        <p:cNvGrpSpPr/>
        <p:nvPr/>
      </p:nvGrpSpPr>
      <p:grpSpPr>
        <a:xfrm>
          <a:off x="0" y="0"/>
          <a:ext cx="0" cy="0"/>
          <a:chOff x="0" y="0"/>
          <a:chExt cx="0" cy="0"/>
        </a:xfrm>
      </p:grpSpPr>
      <p:pic>
        <p:nvPicPr>
          <p:cNvPr id="35" name="Google Shape;35;p58"/>
          <p:cNvPicPr preferRelativeResize="0"/>
          <p:nvPr/>
        </p:nvPicPr>
        <p:blipFill rotWithShape="1">
          <a:blip r:embed="rId2">
            <a:alphaModFix amt="50000"/>
          </a:blip>
          <a:srcRect l="177" t="-543" r="177" b="-542"/>
          <a:stretch/>
        </p:blipFill>
        <p:spPr>
          <a:xfrm>
            <a:off x="4750810" y="2223656"/>
            <a:ext cx="2690381" cy="2729344"/>
          </a:xfrm>
          <a:prstGeom prst="rect">
            <a:avLst/>
          </a:prstGeom>
          <a:noFill/>
          <a:ln>
            <a:noFill/>
          </a:ln>
        </p:spPr>
      </p:pic>
      <p:pic>
        <p:nvPicPr>
          <p:cNvPr id="36" name="Google Shape;36;p58"/>
          <p:cNvPicPr preferRelativeResize="0"/>
          <p:nvPr/>
        </p:nvPicPr>
        <p:blipFill rotWithShape="1">
          <a:blip r:embed="rId3">
            <a:alphaModFix/>
          </a:blip>
          <a:srcRect/>
          <a:stretch/>
        </p:blipFill>
        <p:spPr>
          <a:xfrm>
            <a:off x="0" y="6817420"/>
            <a:ext cx="12192000" cy="40580"/>
          </a:xfrm>
          <a:prstGeom prst="rect">
            <a:avLst/>
          </a:prstGeom>
          <a:noFill/>
          <a:ln>
            <a:noFill/>
          </a:ln>
        </p:spPr>
      </p:pic>
      <p:pic>
        <p:nvPicPr>
          <p:cNvPr id="37" name="Google Shape;37;p58"/>
          <p:cNvPicPr preferRelativeResize="0"/>
          <p:nvPr/>
        </p:nvPicPr>
        <p:blipFill rotWithShape="1">
          <a:blip r:embed="rId4">
            <a:alphaModFix/>
          </a:blip>
          <a:srcRect/>
          <a:stretch/>
        </p:blipFill>
        <p:spPr>
          <a:xfrm>
            <a:off x="1743335" y="2482116"/>
            <a:ext cx="8848465" cy="2130566"/>
          </a:xfrm>
          <a:prstGeom prst="rect">
            <a:avLst/>
          </a:prstGeom>
          <a:noFill/>
          <a:ln>
            <a:noFill/>
          </a:ln>
        </p:spPr>
      </p:pic>
      <p:sp>
        <p:nvSpPr>
          <p:cNvPr id="38" name="Google Shape;38;p58"/>
          <p:cNvSpPr txBox="1"/>
          <p:nvPr/>
        </p:nvSpPr>
        <p:spPr>
          <a:xfrm>
            <a:off x="1831508" y="2575123"/>
            <a:ext cx="8666988" cy="1936878"/>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Clr>
                <a:schemeClr val="lt1"/>
              </a:buClr>
              <a:buSzPts val="3600"/>
              <a:buFont typeface="Helvetica Neue"/>
              <a:buNone/>
            </a:pPr>
            <a:r>
              <a:rPr lang="en-US" sz="3600" b="1">
                <a:solidFill>
                  <a:schemeClr val="lt1"/>
                </a:solidFill>
                <a:latin typeface="Helvetica Neue"/>
                <a:ea typeface="Helvetica Neue"/>
                <a:cs typeface="Helvetica Neue"/>
                <a:sym typeface="Helvetica Neue"/>
              </a:rPr>
              <a:t>Click to edit Session title</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anim calcmode="lin" valueType="num">
                                      <p:cBhvr additive="base">
                                        <p:cTn id="7" dur="500"/>
                                        <p:tgtEl>
                                          <p:spTgt spid="37"/>
                                        </p:tgtEl>
                                        <p:attrNameLst>
                                          <p:attrName>ppt_w</p:attrName>
                                        </p:attrNameLst>
                                      </p:cBhvr>
                                      <p:tavLst>
                                        <p:tav tm="0">
                                          <p:val>
                                            <p:strVal val="0"/>
                                          </p:val>
                                        </p:tav>
                                        <p:tav tm="100000">
                                          <p:val>
                                            <p:strVal val="#ppt_w"/>
                                          </p:val>
                                        </p:tav>
                                      </p:tavLst>
                                    </p:anim>
                                    <p:anim calcmode="lin" valueType="num">
                                      <p:cBhvr additive="base">
                                        <p:cTn id="8" dur="500"/>
                                        <p:tgtEl>
                                          <p:spTgt spid="37"/>
                                        </p:tgtEl>
                                        <p:attrNameLst>
                                          <p:attrName>ppt_h</p:attrName>
                                        </p:attrNameLst>
                                      </p:cBhvr>
                                      <p:tavLst>
                                        <p:tav tm="0">
                                          <p:val>
                                            <p:strVal val="0"/>
                                          </p:val>
                                        </p:tav>
                                        <p:tav tm="100000">
                                          <p:val>
                                            <p:strVal val="#ppt_h"/>
                                          </p:val>
                                        </p:tav>
                                      </p:tavLst>
                                    </p:anim>
                                  </p:childTnLst>
                                </p:cTn>
                              </p:par>
                              <p:par>
                                <p:cTn id="9" presetID="23" presetClass="entr" presetSubtype="16" fill="hold" nodeType="withEffect">
                                  <p:stCondLst>
                                    <p:cond delay="0"/>
                                  </p:stCondLst>
                                  <p:childTnLst>
                                    <p:set>
                                      <p:cBhvr>
                                        <p:cTn id="10" dur="1" fill="hold">
                                          <p:stCondLst>
                                            <p:cond delay="0"/>
                                          </p:stCondLst>
                                        </p:cTn>
                                        <p:tgtEl>
                                          <p:spTgt spid="38"/>
                                        </p:tgtEl>
                                        <p:attrNameLst>
                                          <p:attrName>style.visibility</p:attrName>
                                        </p:attrNameLst>
                                      </p:cBhvr>
                                      <p:to>
                                        <p:strVal val="visible"/>
                                      </p:to>
                                    </p:set>
                                    <p:anim calcmode="lin" valueType="num">
                                      <p:cBhvr additive="base">
                                        <p:cTn id="11" dur="500"/>
                                        <p:tgtEl>
                                          <p:spTgt spid="38"/>
                                        </p:tgtEl>
                                        <p:attrNameLst>
                                          <p:attrName>ppt_w</p:attrName>
                                        </p:attrNameLst>
                                      </p:cBhvr>
                                      <p:tavLst>
                                        <p:tav tm="0">
                                          <p:val>
                                            <p:strVal val="0"/>
                                          </p:val>
                                        </p:tav>
                                        <p:tav tm="100000">
                                          <p:val>
                                            <p:strVal val="#ppt_w"/>
                                          </p:val>
                                        </p:tav>
                                      </p:tavLst>
                                    </p:anim>
                                    <p:anim calcmode="lin" valueType="num">
                                      <p:cBhvr additive="base">
                                        <p:cTn id="12" dur="500"/>
                                        <p:tgtEl>
                                          <p:spTgt spid="38"/>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4750810" y="2223656"/>
            <a:ext cx="2690381" cy="2729344"/>
          </a:xfrm>
          <a:prstGeom prst="rect">
            <a:avLst/>
          </a:prstGeom>
        </p:spPr>
      </p:pic>
      <p:pic>
        <p:nvPicPr>
          <p:cNvPr id="7" name="Picture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pic>
        <p:nvPicPr>
          <p:cNvPr id="8" name="Picture 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160569"/>
            <a:ext cx="10668000" cy="764364"/>
          </a:xfrm>
          <a:prstGeom prst="rect">
            <a:avLst/>
          </a:prstGeom>
        </p:spPr>
      </p:pic>
      <p:sp>
        <p:nvSpPr>
          <p:cNvPr id="2" name="Title 1"/>
          <p:cNvSpPr>
            <a:spLocks noGrp="1"/>
          </p:cNvSpPr>
          <p:nvPr>
            <p:ph type="title"/>
          </p:nvPr>
        </p:nvSpPr>
        <p:spPr>
          <a:xfrm>
            <a:off x="838200" y="160569"/>
            <a:ext cx="9321800" cy="764364"/>
          </a:xfrm>
        </p:spPr>
        <p:txBody>
          <a:bodyPr>
            <a:normAutofit/>
          </a:bodyPr>
          <a:lstStyle>
            <a:lvl1pPr>
              <a:defRPr sz="3200" b="1">
                <a:solidFill>
                  <a:schemeClr val="bg1"/>
                </a:solidFill>
                <a:latin typeface="Helvetica" panose="020B0604020202030204" pitchFamily="34" charset="0"/>
              </a:defRPr>
            </a:lvl1pPr>
          </a:lstStyle>
          <a:p>
            <a:r>
              <a:rPr lang="en-US"/>
              <a:t>Click to edit Master title style</a:t>
            </a:r>
          </a:p>
        </p:txBody>
      </p:sp>
      <p:sp>
        <p:nvSpPr>
          <p:cNvPr id="11" name="Text Placeholder 10"/>
          <p:cNvSpPr>
            <a:spLocks noGrp="1"/>
          </p:cNvSpPr>
          <p:nvPr>
            <p:ph type="body" sz="quarter" idx="13"/>
          </p:nvPr>
        </p:nvSpPr>
        <p:spPr>
          <a:xfrm>
            <a:off x="857739" y="1600201"/>
            <a:ext cx="10160000" cy="2728913"/>
          </a:xfrm>
        </p:spPr>
        <p:txBody>
          <a:bodyPr/>
          <a:lstStyle>
            <a:lvl1pPr>
              <a:defRPr sz="1800">
                <a:latin typeface="Helvetica" panose="020B0604020202030204" pitchFamily="34" charset="0"/>
              </a:defRPr>
            </a:lvl1pPr>
            <a:lvl2pPr>
              <a:defRPr sz="1600">
                <a:latin typeface="Helvetica" panose="020B0604020202030204" pitchFamily="34" charset="0"/>
              </a:defRPr>
            </a:lvl2pPr>
            <a:lvl3pPr>
              <a:defRPr sz="1400">
                <a:latin typeface="Helvetica" panose="020B0604020202030204" pitchFamily="34" charset="0"/>
              </a:defRPr>
            </a:lvl3pPr>
            <a:lvl4pPr>
              <a:defRPr sz="1200">
                <a:latin typeface="Helvetica" panose="020B0604020202030204" pitchFamily="34" charset="0"/>
              </a:defRPr>
            </a:lvl4pPr>
            <a:lvl5pPr>
              <a:defRPr sz="1200">
                <a:latin typeface="Helvetica" panose="020B0604020202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12"/>
          <p:cNvSpPr>
            <a:spLocks noGrp="1"/>
          </p:cNvSpPr>
          <p:nvPr>
            <p:ph type="body" sz="quarter" idx="14"/>
          </p:nvPr>
        </p:nvSpPr>
        <p:spPr>
          <a:xfrm>
            <a:off x="329247" y="1143001"/>
            <a:ext cx="11196956" cy="395287"/>
          </a:xfrm>
        </p:spPr>
        <p:txBody>
          <a:bodyPr>
            <a:normAutofit/>
          </a:bodyPr>
          <a:lstStyle>
            <a:lvl1pPr marL="0" indent="0">
              <a:buNone/>
              <a:defRPr sz="2000" b="1">
                <a:solidFill>
                  <a:srgbClr val="1C1573"/>
                </a:solidFill>
                <a:latin typeface="Helvetica" panose="020B0604020202030204" pitchFamily="34" charset="0"/>
              </a:defRPr>
            </a:lvl1pPr>
            <a:lvl2pPr>
              <a:defRPr b="1">
                <a:solidFill>
                  <a:srgbClr val="1C1573"/>
                </a:solidFill>
                <a:latin typeface="Helvetica" panose="020B0604020202030204" pitchFamily="34" charset="0"/>
              </a:defRPr>
            </a:lvl2pPr>
            <a:lvl3pPr>
              <a:defRPr b="1">
                <a:solidFill>
                  <a:srgbClr val="1C1573"/>
                </a:solidFill>
                <a:latin typeface="Helvetica" panose="020B0604020202030204" pitchFamily="34" charset="0"/>
              </a:defRPr>
            </a:lvl3pPr>
            <a:lvl4pPr>
              <a:defRPr b="1">
                <a:solidFill>
                  <a:srgbClr val="1C1573"/>
                </a:solidFill>
                <a:latin typeface="Helvetica" panose="020B0604020202030204" pitchFamily="34" charset="0"/>
              </a:defRPr>
            </a:lvl4pPr>
            <a:lvl5pPr>
              <a:defRPr b="1">
                <a:solidFill>
                  <a:srgbClr val="1C1573"/>
                </a:solidFill>
                <a:latin typeface="Helvetica" panose="020B0604020202030204" pitchFamily="34" charset="0"/>
              </a:defRPr>
            </a:lvl5pPr>
          </a:lstStyle>
          <a:p>
            <a:pPr lvl="0"/>
            <a:r>
              <a:rPr lang="en-US" dirty="0"/>
              <a:t>Click to edit Master text styles</a:t>
            </a:r>
          </a:p>
        </p:txBody>
      </p:sp>
    </p:spTree>
    <p:extLst>
      <p:ext uri="{BB962C8B-B14F-4D97-AF65-F5344CB8AC3E}">
        <p14:creationId xmlns:p14="http://schemas.microsoft.com/office/powerpoint/2010/main" val="227694331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5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 Id="rId9" Type="http://schemas.openxmlformats.org/officeDocument/2006/relationships/image" Target="../media/image21.jpg"/></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30.jp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32.jp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jp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3.xml"/><Relationship Id="rId1" Type="http://schemas.openxmlformats.org/officeDocument/2006/relationships/slideLayout" Target="../slideLayouts/slideLayout2.xml"/><Relationship Id="rId5" Type="http://schemas.openxmlformats.org/officeDocument/2006/relationships/image" Target="../media/image45.png"/><Relationship Id="rId4" Type="http://schemas.openxmlformats.org/officeDocument/2006/relationships/hyperlink" Target="http://creativecommons.org/licenses/by-sa/3.0/deed.en_US" TargetMode="Externa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hyperlink" Target="https://phoenixnap.com/kb/acid-vs-base" TargetMode="External"/><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3" Type="http://schemas.openxmlformats.org/officeDocument/2006/relationships/hyperlink" Target="https://www.youtube.com/watch?v=SxtZE6BTn6Q" TargetMode="External"/><Relationship Id="rId2" Type="http://schemas.openxmlformats.org/officeDocument/2006/relationships/notesSlide" Target="../notesSlides/notesSlide51.xml"/><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hyperlink" Target="https://phoenixnap.com/ecommerce-hosting" TargetMode="External"/><Relationship Id="rId2" Type="http://schemas.openxmlformats.org/officeDocument/2006/relationships/notesSlide" Target="../notesSlides/notesSlide53.xml"/><Relationship Id="rId1" Type="http://schemas.openxmlformats.org/officeDocument/2006/relationships/slideLayout" Target="../slideLayouts/slideLayout2.xml"/><Relationship Id="rId5" Type="http://schemas.openxmlformats.org/officeDocument/2006/relationships/hyperlink" Target="https://phoenixnap.com/glossary/big-data" TargetMode="External"/><Relationship Id="rId4" Type="http://schemas.openxmlformats.org/officeDocument/2006/relationships/hyperlink" Target="https://phoenixnap.com/glossary/real-time-technology"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2"/>
        <p:cNvGrpSpPr/>
        <p:nvPr/>
      </p:nvGrpSpPr>
      <p:grpSpPr>
        <a:xfrm>
          <a:off x="0" y="0"/>
          <a:ext cx="0" cy="0"/>
          <a:chOff x="0" y="0"/>
          <a:chExt cx="0" cy="0"/>
        </a:xfrm>
      </p:grpSpPr>
      <p:sp>
        <p:nvSpPr>
          <p:cNvPr id="43" name="Google Shape;43;p1"/>
          <p:cNvSpPr txBox="1">
            <a:spLocks noGrp="1"/>
          </p:cNvSpPr>
          <p:nvPr>
            <p:ph type="ctrTitle"/>
          </p:nvPr>
        </p:nvSpPr>
        <p:spPr>
          <a:xfrm>
            <a:off x="3973663" y="2532184"/>
            <a:ext cx="8245231" cy="1793631"/>
          </a:xfrm>
          <a:prstGeom prst="rect">
            <a:avLst/>
          </a:prstGeom>
          <a:noFill/>
          <a:ln>
            <a:noFill/>
          </a:ln>
        </p:spPr>
        <p:txBody>
          <a:bodyPr spcFirstLastPara="1" wrap="square" lIns="91425" tIns="45700" rIns="91425" bIns="45700" anchor="ctr" anchorCtr="0">
            <a:normAutofit/>
          </a:bodyPr>
          <a:lstStyle/>
          <a:p>
            <a:pPr lvl="0"/>
            <a:r>
              <a:rPr lang="en-US" dirty="0"/>
              <a:t>Data Representations</a:t>
            </a:r>
            <a:endParaRPr dirty="0"/>
          </a:p>
        </p:txBody>
      </p:sp>
      <p:sp>
        <p:nvSpPr>
          <p:cNvPr id="44" name="Google Shape;44;p1"/>
          <p:cNvSpPr txBox="1">
            <a:spLocks noGrp="1"/>
          </p:cNvSpPr>
          <p:nvPr>
            <p:ph type="subTitle" idx="1"/>
          </p:nvPr>
        </p:nvSpPr>
        <p:spPr>
          <a:xfrm>
            <a:off x="5908431" y="4452630"/>
            <a:ext cx="5994400" cy="343327"/>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rgbClr val="211D71"/>
              </a:buClr>
              <a:buSzPts val="1800"/>
              <a:buNone/>
            </a:pPr>
            <a:r>
              <a:rPr lang="en-US" sz="1800" dirty="0">
                <a:solidFill>
                  <a:srgbClr val="211D71"/>
                </a:solidFill>
              </a:rPr>
              <a:t>Sunil Bhutada</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8"/>
        <p:cNvGrpSpPr/>
        <p:nvPr/>
      </p:nvGrpSpPr>
      <p:grpSpPr>
        <a:xfrm>
          <a:off x="0" y="0"/>
          <a:ext cx="0" cy="0"/>
          <a:chOff x="0" y="0"/>
          <a:chExt cx="0" cy="0"/>
        </a:xfrm>
      </p:grpSpPr>
      <p:sp>
        <p:nvSpPr>
          <p:cNvPr id="49" name="Google Shape;49;p2"/>
          <p:cNvSpPr txBox="1">
            <a:spLocks noGrp="1"/>
          </p:cNvSpPr>
          <p:nvPr>
            <p:ph type="title"/>
          </p:nvPr>
        </p:nvSpPr>
        <p:spPr>
          <a:xfrm>
            <a:off x="716280" y="191049"/>
            <a:ext cx="9321800" cy="76436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3200"/>
              <a:buFont typeface="Helvetica Neue"/>
              <a:buNone/>
            </a:pPr>
            <a:r>
              <a:rPr lang="en-US" dirty="0"/>
              <a:t>Agenda</a:t>
            </a:r>
            <a:endParaRPr dirty="0"/>
          </a:p>
        </p:txBody>
      </p:sp>
      <p:sp>
        <p:nvSpPr>
          <p:cNvPr id="50" name="Google Shape;50;p2"/>
          <p:cNvSpPr txBox="1">
            <a:spLocks noGrp="1"/>
          </p:cNvSpPr>
          <p:nvPr>
            <p:ph type="body" idx="1"/>
          </p:nvPr>
        </p:nvSpPr>
        <p:spPr>
          <a:xfrm>
            <a:off x="533400" y="1524000"/>
            <a:ext cx="4678680" cy="4622800"/>
          </a:xfrm>
          <a:prstGeom prst="rect">
            <a:avLst/>
          </a:prstGeom>
          <a:noFill/>
          <a:ln>
            <a:noFill/>
          </a:ln>
        </p:spPr>
        <p:txBody>
          <a:bodyPr spcFirstLastPara="1" wrap="square" lIns="91425" tIns="45700" rIns="91425" bIns="45700" anchor="t" anchorCtr="0">
            <a:normAutofit/>
          </a:bodyPr>
          <a:lstStyle/>
          <a:p>
            <a:pPr marL="447675" lvl="0" indent="-333375" algn="l" rtl="0">
              <a:lnSpc>
                <a:spcPct val="90000"/>
              </a:lnSpc>
              <a:spcBef>
                <a:spcPts val="0"/>
              </a:spcBef>
              <a:spcAft>
                <a:spcPts val="0"/>
              </a:spcAft>
              <a:buClr>
                <a:schemeClr val="dk1"/>
              </a:buClr>
              <a:buSzPts val="1800"/>
              <a:buFont typeface="Noto Sans Symbols"/>
              <a:buChar char="⮚"/>
            </a:pPr>
            <a:r>
              <a:rPr lang="en-US" sz="2200" dirty="0"/>
              <a:t>Introduction</a:t>
            </a:r>
          </a:p>
          <a:p>
            <a:pPr marL="447675" lvl="0" indent="-333375" algn="l" rtl="0">
              <a:lnSpc>
                <a:spcPct val="90000"/>
              </a:lnSpc>
              <a:spcBef>
                <a:spcPts val="0"/>
              </a:spcBef>
              <a:spcAft>
                <a:spcPts val="0"/>
              </a:spcAft>
              <a:buClr>
                <a:schemeClr val="dk1"/>
              </a:buClr>
              <a:buSzPts val="1800"/>
              <a:buFont typeface="Noto Sans Symbols"/>
              <a:buChar char="⮚"/>
            </a:pPr>
            <a:endParaRPr sz="2200" dirty="0"/>
          </a:p>
          <a:p>
            <a:pPr marL="447675" lvl="0" indent="-333375" algn="l" rtl="0">
              <a:lnSpc>
                <a:spcPct val="90000"/>
              </a:lnSpc>
              <a:spcBef>
                <a:spcPts val="1000"/>
              </a:spcBef>
              <a:spcAft>
                <a:spcPts val="0"/>
              </a:spcAft>
              <a:buClr>
                <a:schemeClr val="dk1"/>
              </a:buClr>
              <a:buSzPts val="1800"/>
              <a:buFont typeface="Noto Sans Symbols"/>
              <a:buChar char="⮚"/>
            </a:pPr>
            <a:r>
              <a:rPr lang="en-US" sz="2200" dirty="0"/>
              <a:t>Formats of Data</a:t>
            </a:r>
          </a:p>
          <a:p>
            <a:pPr marL="447675" lvl="0" indent="-333375" algn="l" rtl="0">
              <a:lnSpc>
                <a:spcPct val="90000"/>
              </a:lnSpc>
              <a:spcBef>
                <a:spcPts val="1000"/>
              </a:spcBef>
              <a:spcAft>
                <a:spcPts val="0"/>
              </a:spcAft>
              <a:buClr>
                <a:schemeClr val="dk1"/>
              </a:buClr>
              <a:buSzPts val="1800"/>
              <a:buFont typeface="Noto Sans Symbols"/>
              <a:buChar char="⮚"/>
            </a:pPr>
            <a:endParaRPr sz="2200" dirty="0"/>
          </a:p>
          <a:p>
            <a:pPr marL="447675" lvl="0" indent="-333375" algn="l" rtl="0">
              <a:lnSpc>
                <a:spcPct val="90000"/>
              </a:lnSpc>
              <a:spcBef>
                <a:spcPts val="1000"/>
              </a:spcBef>
              <a:spcAft>
                <a:spcPts val="0"/>
              </a:spcAft>
              <a:buClr>
                <a:schemeClr val="dk1"/>
              </a:buClr>
              <a:buSzPts val="1800"/>
              <a:buFont typeface="Noto Sans Symbols"/>
              <a:buChar char="⮚"/>
            </a:pPr>
            <a:r>
              <a:rPr lang="en-US" sz="2200" dirty="0"/>
              <a:t>Data Models</a:t>
            </a:r>
          </a:p>
          <a:p>
            <a:pPr marL="447675" lvl="0" indent="-333375" algn="l" rtl="0">
              <a:lnSpc>
                <a:spcPct val="90000"/>
              </a:lnSpc>
              <a:spcBef>
                <a:spcPts val="1000"/>
              </a:spcBef>
              <a:spcAft>
                <a:spcPts val="0"/>
              </a:spcAft>
              <a:buClr>
                <a:schemeClr val="dk1"/>
              </a:buClr>
              <a:buSzPts val="1800"/>
              <a:buFont typeface="Noto Sans Symbols"/>
              <a:buChar char="⮚"/>
            </a:pPr>
            <a:endParaRPr sz="2200" dirty="0"/>
          </a:p>
          <a:p>
            <a:pPr marL="447675" lvl="0" indent="-333375" algn="l" rtl="0">
              <a:lnSpc>
                <a:spcPct val="90000"/>
              </a:lnSpc>
              <a:spcBef>
                <a:spcPts val="1000"/>
              </a:spcBef>
              <a:spcAft>
                <a:spcPts val="0"/>
              </a:spcAft>
              <a:buClr>
                <a:schemeClr val="dk1"/>
              </a:buClr>
              <a:buSzPts val="1800"/>
              <a:buFont typeface="Noto Sans Symbols"/>
              <a:buChar char="⮚"/>
            </a:pPr>
            <a:r>
              <a:rPr lang="en-US" sz="2200" dirty="0"/>
              <a:t>Data Storage Layouts</a:t>
            </a:r>
          </a:p>
          <a:p>
            <a:pPr marL="447675" lvl="0" indent="-333375" algn="l" rtl="0">
              <a:lnSpc>
                <a:spcPct val="90000"/>
              </a:lnSpc>
              <a:spcBef>
                <a:spcPts val="1000"/>
              </a:spcBef>
              <a:spcAft>
                <a:spcPts val="0"/>
              </a:spcAft>
              <a:buClr>
                <a:schemeClr val="dk1"/>
              </a:buClr>
              <a:buSzPts val="1800"/>
              <a:buFont typeface="Noto Sans Symbols"/>
              <a:buChar char="⮚"/>
            </a:pPr>
            <a:endParaRPr sz="2200" dirty="0"/>
          </a:p>
          <a:p>
            <a:pPr marL="447675" lvl="0" indent="-333375" algn="l" rtl="0">
              <a:lnSpc>
                <a:spcPct val="90000"/>
              </a:lnSpc>
              <a:spcBef>
                <a:spcPts val="1000"/>
              </a:spcBef>
              <a:spcAft>
                <a:spcPts val="0"/>
              </a:spcAft>
              <a:buClr>
                <a:schemeClr val="dk1"/>
              </a:buClr>
              <a:buSzPts val="1800"/>
              <a:buFont typeface="Noto Sans Symbols"/>
              <a:buChar char="⮚"/>
            </a:pPr>
            <a:r>
              <a:rPr lang="en-US" sz="2200" dirty="0"/>
              <a:t>Data Serialization</a:t>
            </a:r>
          </a:p>
          <a:p>
            <a:pPr marL="447675" lvl="0" indent="-333375" algn="l" rtl="0">
              <a:lnSpc>
                <a:spcPct val="90000"/>
              </a:lnSpc>
              <a:spcBef>
                <a:spcPts val="1000"/>
              </a:spcBef>
              <a:spcAft>
                <a:spcPts val="0"/>
              </a:spcAft>
              <a:buClr>
                <a:schemeClr val="dk1"/>
              </a:buClr>
              <a:buSzPts val="1800"/>
              <a:buFont typeface="Noto Sans Symbols"/>
              <a:buChar char="⮚"/>
            </a:pPr>
            <a:endParaRPr sz="2200" dirty="0"/>
          </a:p>
          <a:p>
            <a:pPr marL="447675" lvl="0" indent="-333375" algn="l" rtl="0">
              <a:lnSpc>
                <a:spcPct val="90000"/>
              </a:lnSpc>
              <a:spcBef>
                <a:spcPts val="1000"/>
              </a:spcBef>
              <a:spcAft>
                <a:spcPts val="0"/>
              </a:spcAft>
              <a:buClr>
                <a:schemeClr val="dk1"/>
              </a:buClr>
              <a:buSzPts val="1800"/>
              <a:buFont typeface="Noto Sans Symbols"/>
              <a:buChar char="⮚"/>
            </a:pPr>
            <a:r>
              <a:rPr lang="en-US" sz="2200" dirty="0"/>
              <a:t>Data Processing Types</a:t>
            </a:r>
            <a:endParaRPr sz="2200" dirty="0"/>
          </a:p>
          <a:p>
            <a:pPr marL="447675" lvl="0" indent="-333375" algn="l" rtl="0">
              <a:lnSpc>
                <a:spcPct val="90000"/>
              </a:lnSpc>
              <a:spcBef>
                <a:spcPts val="1000"/>
              </a:spcBef>
              <a:spcAft>
                <a:spcPts val="0"/>
              </a:spcAft>
              <a:buClr>
                <a:schemeClr val="dk1"/>
              </a:buClr>
              <a:buSzPts val="1800"/>
              <a:buFont typeface="Noto Sans Symbols"/>
              <a:buNone/>
            </a:pPr>
            <a:endParaRPr sz="2200" dirty="0"/>
          </a:p>
          <a:p>
            <a:pPr marL="447675" lvl="0" indent="-333375" algn="l" rtl="0">
              <a:lnSpc>
                <a:spcPct val="90000"/>
              </a:lnSpc>
              <a:spcBef>
                <a:spcPts val="1000"/>
              </a:spcBef>
              <a:spcAft>
                <a:spcPts val="0"/>
              </a:spcAft>
              <a:buClr>
                <a:schemeClr val="dk1"/>
              </a:buClr>
              <a:buSzPts val="1800"/>
              <a:buFont typeface="Noto Sans Symbols"/>
              <a:buNone/>
            </a:pPr>
            <a:endParaRPr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3">
            <a:extLst>
              <a:ext uri="{FF2B5EF4-FFF2-40B4-BE49-F238E27FC236}">
                <a16:creationId xmlns:a16="http://schemas.microsoft.com/office/drawing/2014/main" id="{6274ABE8-BDD1-3865-58A7-B8BB2CA6FA77}"/>
              </a:ext>
            </a:extLst>
          </p:cNvPr>
          <p:cNvSpPr txBox="1">
            <a:spLocks/>
          </p:cNvSpPr>
          <p:nvPr/>
        </p:nvSpPr>
        <p:spPr>
          <a:xfrm>
            <a:off x="304800" y="0"/>
            <a:ext cx="8229600" cy="939800"/>
          </a:xfrm>
          <a:prstGeom prst="rect">
            <a:avLst/>
          </a:prstGeom>
        </p:spPr>
        <p:txBody>
          <a:bodyPr/>
          <a:lstStyle>
            <a:lvl1pPr algn="l" rtl="0" eaLnBrk="0" fontAlgn="base" hangingPunct="0">
              <a:spcBef>
                <a:spcPct val="0"/>
              </a:spcBef>
              <a:spcAft>
                <a:spcPct val="0"/>
              </a:spcAft>
              <a:defRPr sz="4000" b="1" kern="1200" spc="-15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000" b="1">
                <a:solidFill>
                  <a:schemeClr val="tx1"/>
                </a:solidFill>
                <a:latin typeface="Arial" charset="0"/>
                <a:cs typeface="Arial" charset="0"/>
              </a:defRPr>
            </a:lvl2pPr>
            <a:lvl3pPr algn="l" rtl="0" eaLnBrk="0" fontAlgn="base" hangingPunct="0">
              <a:spcBef>
                <a:spcPct val="0"/>
              </a:spcBef>
              <a:spcAft>
                <a:spcPct val="0"/>
              </a:spcAft>
              <a:defRPr sz="4000" b="1">
                <a:solidFill>
                  <a:schemeClr val="tx1"/>
                </a:solidFill>
                <a:latin typeface="Arial" charset="0"/>
                <a:cs typeface="Arial" charset="0"/>
              </a:defRPr>
            </a:lvl3pPr>
            <a:lvl4pPr algn="l" rtl="0" eaLnBrk="0" fontAlgn="base" hangingPunct="0">
              <a:spcBef>
                <a:spcPct val="0"/>
              </a:spcBef>
              <a:spcAft>
                <a:spcPct val="0"/>
              </a:spcAft>
              <a:defRPr sz="4000" b="1">
                <a:solidFill>
                  <a:schemeClr val="tx1"/>
                </a:solidFill>
                <a:latin typeface="Arial" charset="0"/>
                <a:cs typeface="Arial" charset="0"/>
              </a:defRPr>
            </a:lvl4pPr>
            <a:lvl5pPr algn="l" rtl="0" eaLnBrk="0" fontAlgn="base" hangingPunct="0">
              <a:spcBef>
                <a:spcPct val="0"/>
              </a:spcBef>
              <a:spcAft>
                <a:spcPct val="0"/>
              </a:spcAft>
              <a:defRPr sz="4000" b="1">
                <a:solidFill>
                  <a:schemeClr val="tx1"/>
                </a:solidFill>
                <a:latin typeface="Arial" charset="0"/>
                <a:cs typeface="Arial" charset="0"/>
              </a:defRPr>
            </a:lvl5pPr>
            <a:lvl6pPr marL="457200" algn="l" rtl="0" fontAlgn="base">
              <a:spcBef>
                <a:spcPct val="0"/>
              </a:spcBef>
              <a:spcAft>
                <a:spcPct val="0"/>
              </a:spcAft>
              <a:defRPr sz="4000" b="1">
                <a:solidFill>
                  <a:schemeClr val="tx1"/>
                </a:solidFill>
                <a:latin typeface="Arial" charset="0"/>
                <a:cs typeface="Arial" charset="0"/>
              </a:defRPr>
            </a:lvl6pPr>
            <a:lvl7pPr marL="914400" algn="l" rtl="0" fontAlgn="base">
              <a:spcBef>
                <a:spcPct val="0"/>
              </a:spcBef>
              <a:spcAft>
                <a:spcPct val="0"/>
              </a:spcAft>
              <a:defRPr sz="4000" b="1">
                <a:solidFill>
                  <a:schemeClr val="tx1"/>
                </a:solidFill>
                <a:latin typeface="Arial" charset="0"/>
                <a:cs typeface="Arial" charset="0"/>
              </a:defRPr>
            </a:lvl7pPr>
            <a:lvl8pPr marL="1371600" algn="l" rtl="0" fontAlgn="base">
              <a:spcBef>
                <a:spcPct val="0"/>
              </a:spcBef>
              <a:spcAft>
                <a:spcPct val="0"/>
              </a:spcAft>
              <a:defRPr sz="4000" b="1">
                <a:solidFill>
                  <a:schemeClr val="tx1"/>
                </a:solidFill>
                <a:latin typeface="Arial" charset="0"/>
                <a:cs typeface="Arial" charset="0"/>
              </a:defRPr>
            </a:lvl8pPr>
            <a:lvl9pPr marL="1828800" algn="l" rtl="0" fontAlgn="base">
              <a:spcBef>
                <a:spcPct val="0"/>
              </a:spcBef>
              <a:spcAft>
                <a:spcPct val="0"/>
              </a:spcAft>
              <a:defRPr sz="4000" b="1">
                <a:solidFill>
                  <a:schemeClr val="tx1"/>
                </a:solidFill>
                <a:latin typeface="Arial" charset="0"/>
                <a:cs typeface="Arial" charset="0"/>
              </a:defRPr>
            </a:lvl9pPr>
          </a:lstStyle>
          <a:p>
            <a:pPr indent="457200">
              <a:lnSpc>
                <a:spcPct val="150000"/>
              </a:lnSpc>
              <a:defRPr/>
            </a:pPr>
            <a:r>
              <a:rPr lang="en-US" dirty="0">
                <a:solidFill>
                  <a:schemeClr val="bg1"/>
                </a:solidFill>
              </a:rPr>
              <a:t>Books</a:t>
            </a:r>
            <a:endParaRPr lang="en-US" dirty="0"/>
          </a:p>
        </p:txBody>
      </p:sp>
      <p:pic>
        <p:nvPicPr>
          <p:cNvPr id="1026" name="Picture 2" descr="Fundamentals of Data Engineering: Plan and Build Robust Data Systems  (Grayscale Indian Edition) : Joe Reis, Matt Housley: Amazon.in: Books">
            <a:extLst>
              <a:ext uri="{FF2B5EF4-FFF2-40B4-BE49-F238E27FC236}">
                <a16:creationId xmlns:a16="http://schemas.microsoft.com/office/drawing/2014/main" id="{80F53ABC-068C-1900-CD3F-DC44C8517AC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19200" y="1092200"/>
            <a:ext cx="2616200" cy="342900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 name="Table 1">
            <a:extLst>
              <a:ext uri="{FF2B5EF4-FFF2-40B4-BE49-F238E27FC236}">
                <a16:creationId xmlns:a16="http://schemas.microsoft.com/office/drawing/2014/main" id="{61E7BF27-8A65-7377-B8F9-1650252560A1}"/>
              </a:ext>
            </a:extLst>
          </p:cNvPr>
          <p:cNvGraphicFramePr>
            <a:graphicFrameLocks noGrp="1"/>
          </p:cNvGraphicFramePr>
          <p:nvPr/>
        </p:nvGraphicFramePr>
        <p:xfrm>
          <a:off x="762000" y="5309552"/>
          <a:ext cx="5074920" cy="419608"/>
        </p:xfrm>
        <a:graphic>
          <a:graphicData uri="http://schemas.openxmlformats.org/drawingml/2006/table">
            <a:tbl>
              <a:tblPr>
                <a:tableStyleId>{5C22544A-7EE6-4342-B048-85BDC9FD1C3A}</a:tableStyleId>
              </a:tblPr>
              <a:tblGrid>
                <a:gridCol w="5074920">
                  <a:extLst>
                    <a:ext uri="{9D8B030D-6E8A-4147-A177-3AD203B41FA5}">
                      <a16:colId xmlns:a16="http://schemas.microsoft.com/office/drawing/2014/main" val="3772983073"/>
                    </a:ext>
                  </a:extLst>
                </a:gridCol>
              </a:tblGrid>
              <a:tr h="160020">
                <a:tc>
                  <a:txBody>
                    <a:bodyPr/>
                    <a:lstStyle/>
                    <a:p>
                      <a:pPr algn="l">
                        <a:lnSpc>
                          <a:spcPct val="107000"/>
                        </a:lnSpc>
                        <a:spcAft>
                          <a:spcPts val="800"/>
                        </a:spcAft>
                      </a:pPr>
                      <a:r>
                        <a:rPr lang="en-US" sz="1100" dirty="0">
                          <a:effectLst/>
                        </a:rPr>
                        <a:t>Fundamentals of Data Engineering: Plan and Build Robust Data Systems by Reis and Housley</a:t>
                      </a:r>
                      <a:endParaRPr lang="en-IN"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28575" marR="34925" marT="34925" marB="34925"/>
                </a:tc>
                <a:extLst>
                  <a:ext uri="{0D108BD9-81ED-4DB2-BD59-A6C34878D82A}">
                    <a16:rowId xmlns:a16="http://schemas.microsoft.com/office/drawing/2014/main" val="657376527"/>
                  </a:ext>
                </a:extLst>
              </a:tr>
            </a:tbl>
          </a:graphicData>
        </a:graphic>
      </p:graphicFrame>
      <p:pic>
        <p:nvPicPr>
          <p:cNvPr id="1028" name="Picture 4" descr="Buy Reliable Machine Learning: Applying SRE Principles to ML in Production  (Grayscale Indian Edition) Book Online at Low Prices in India | Reliable ...">
            <a:extLst>
              <a:ext uri="{FF2B5EF4-FFF2-40B4-BE49-F238E27FC236}">
                <a16:creationId xmlns:a16="http://schemas.microsoft.com/office/drawing/2014/main" id="{03BFBC15-198A-3260-8C9C-FAEF5475B7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34200" y="1048967"/>
            <a:ext cx="3581400" cy="3827834"/>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 name="Table 2">
            <a:extLst>
              <a:ext uri="{FF2B5EF4-FFF2-40B4-BE49-F238E27FC236}">
                <a16:creationId xmlns:a16="http://schemas.microsoft.com/office/drawing/2014/main" id="{D6CCCAA5-62B7-6AAC-DE7F-8E30DA1AA2E7}"/>
              </a:ext>
            </a:extLst>
          </p:cNvPr>
          <p:cNvGraphicFramePr>
            <a:graphicFrameLocks noGrp="1"/>
          </p:cNvGraphicFramePr>
          <p:nvPr/>
        </p:nvGraphicFramePr>
        <p:xfrm>
          <a:off x="6629400" y="5309552"/>
          <a:ext cx="5074920" cy="419608"/>
        </p:xfrm>
        <a:graphic>
          <a:graphicData uri="http://schemas.openxmlformats.org/drawingml/2006/table">
            <a:tbl>
              <a:tblPr>
                <a:tableStyleId>{5C22544A-7EE6-4342-B048-85BDC9FD1C3A}</a:tableStyleId>
              </a:tblPr>
              <a:tblGrid>
                <a:gridCol w="5074920">
                  <a:extLst>
                    <a:ext uri="{9D8B030D-6E8A-4147-A177-3AD203B41FA5}">
                      <a16:colId xmlns:a16="http://schemas.microsoft.com/office/drawing/2014/main" val="901167523"/>
                    </a:ext>
                  </a:extLst>
                </a:gridCol>
              </a:tblGrid>
              <a:tr h="160020">
                <a:tc>
                  <a:txBody>
                    <a:bodyPr/>
                    <a:lstStyle/>
                    <a:p>
                      <a:pPr algn="l">
                        <a:lnSpc>
                          <a:spcPct val="107000"/>
                        </a:lnSpc>
                        <a:spcAft>
                          <a:spcPts val="800"/>
                        </a:spcAft>
                      </a:pPr>
                      <a:r>
                        <a:rPr lang="en-US" sz="1100" dirty="0">
                          <a:effectLst/>
                        </a:rPr>
                        <a:t>Reliable Machine Learning By Cathy Chen, Niall Richard Murphy, </a:t>
                      </a:r>
                      <a:r>
                        <a:rPr lang="en-US" sz="1100" dirty="0" err="1">
                          <a:effectLst/>
                        </a:rPr>
                        <a:t>KrantiParisa</a:t>
                      </a:r>
                      <a:r>
                        <a:rPr lang="en-US" sz="1100" dirty="0">
                          <a:effectLst/>
                        </a:rPr>
                        <a:t>, D. Sculley, Todd Underwood</a:t>
                      </a:r>
                      <a:endParaRPr lang="en-IN"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28575" marR="34925" marT="34925" marB="34925"/>
                </a:tc>
                <a:extLst>
                  <a:ext uri="{0D108BD9-81ED-4DB2-BD59-A6C34878D82A}">
                    <a16:rowId xmlns:a16="http://schemas.microsoft.com/office/drawing/2014/main" val="3675252203"/>
                  </a:ext>
                </a:extLst>
              </a:tr>
            </a:tbl>
          </a:graphicData>
        </a:graphic>
      </p:graphicFrame>
    </p:spTree>
    <p:extLst>
      <p:ext uri="{BB962C8B-B14F-4D97-AF65-F5344CB8AC3E}">
        <p14:creationId xmlns:p14="http://schemas.microsoft.com/office/powerpoint/2010/main" val="435746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2"/>
          <p:cNvSpPr>
            <a:spLocks noGrp="1"/>
          </p:cNvSpPr>
          <p:nvPr>
            <p:ph type="title"/>
          </p:nvPr>
        </p:nvSpPr>
        <p:spPr>
          <a:xfrm>
            <a:off x="228600" y="228600"/>
            <a:ext cx="10058400" cy="868363"/>
          </a:xfrm>
        </p:spPr>
        <p:txBody>
          <a:bodyPr/>
          <a:lstStyle/>
          <a:p>
            <a:pPr eaLnBrk="1" hangingPunct="1"/>
            <a:r>
              <a:rPr lang="en-IN">
                <a:latin typeface="Helvetica"/>
              </a:rPr>
              <a:t>Information Hierarchy </a:t>
            </a:r>
            <a:r>
              <a:rPr lang="en-IN" sz="2200">
                <a:latin typeface="Helvetica"/>
              </a:rPr>
              <a:t>(Basic Concepts)</a:t>
            </a:r>
          </a:p>
        </p:txBody>
      </p:sp>
      <p:pic>
        <p:nvPicPr>
          <p:cNvPr id="24580" name="Picture 1"/>
          <p:cNvPicPr>
            <a:picLocks noChangeAspect="1" noChangeArrowheads="1"/>
          </p:cNvPicPr>
          <p:nvPr/>
        </p:nvPicPr>
        <p:blipFill>
          <a:blip r:embed="rId2"/>
          <a:srcRect/>
          <a:stretch>
            <a:fillRect/>
          </a:stretch>
        </p:blipFill>
        <p:spPr bwMode="auto">
          <a:xfrm>
            <a:off x="838200" y="1371600"/>
            <a:ext cx="10091738" cy="4876800"/>
          </a:xfrm>
          <a:prstGeom prst="rect">
            <a:avLst/>
          </a:prstGeom>
          <a:noFill/>
          <a:ln w="9525">
            <a:noFill/>
            <a:miter lim="800000"/>
            <a:headEnd/>
            <a:tailEnd/>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2"/>
          <p:cNvSpPr>
            <a:spLocks noGrp="1"/>
          </p:cNvSpPr>
          <p:nvPr>
            <p:ph type="title"/>
          </p:nvPr>
        </p:nvSpPr>
        <p:spPr>
          <a:xfrm>
            <a:off x="228600" y="228600"/>
            <a:ext cx="8983663" cy="639763"/>
          </a:xfrm>
        </p:spPr>
        <p:txBody>
          <a:bodyPr/>
          <a:lstStyle/>
          <a:p>
            <a:pPr eaLnBrk="1" hangingPunct="1"/>
            <a:r>
              <a:rPr lang="en-IN">
                <a:latin typeface="Helvetica"/>
              </a:rPr>
              <a:t>Information Hierarchy  </a:t>
            </a:r>
            <a:r>
              <a:rPr lang="en-IN" sz="2200">
                <a:latin typeface="Helvetica"/>
              </a:rPr>
              <a:t>(Basic Concepts)</a:t>
            </a:r>
          </a:p>
        </p:txBody>
      </p:sp>
      <p:sp>
        <p:nvSpPr>
          <p:cNvPr id="10" name="Rectangle 3"/>
          <p:cNvSpPr>
            <a:spLocks noGrp="1" noChangeArrowheads="1"/>
          </p:cNvSpPr>
          <p:nvPr>
            <p:ph type="body" idx="4294967295"/>
          </p:nvPr>
        </p:nvSpPr>
        <p:spPr>
          <a:xfrm>
            <a:off x="304800" y="1295400"/>
            <a:ext cx="11582400" cy="5334000"/>
          </a:xfrm>
        </p:spPr>
        <p:txBody>
          <a:bodyPr/>
          <a:lstStyle/>
          <a:p>
            <a:pPr eaLnBrk="1" hangingPunct="1"/>
            <a:r>
              <a:rPr lang="en-US" sz="2400" b="1"/>
              <a:t>Data :</a:t>
            </a:r>
          </a:p>
          <a:p>
            <a:pPr eaLnBrk="1" hangingPunct="1">
              <a:buFont typeface="Wingdings" pitchFamily="2" charset="2"/>
              <a:buNone/>
            </a:pPr>
            <a:r>
              <a:rPr lang="en-US" sz="2400"/>
              <a:t>	The raw material of information</a:t>
            </a:r>
          </a:p>
          <a:p>
            <a:pPr eaLnBrk="1" hangingPunct="1">
              <a:buFont typeface="Wingdings" pitchFamily="2" charset="2"/>
              <a:buNone/>
            </a:pPr>
            <a:endParaRPr lang="en-US" sz="2400"/>
          </a:p>
          <a:p>
            <a:pPr eaLnBrk="1" hangingPunct="1"/>
            <a:r>
              <a:rPr lang="en-US" sz="2400" b="1"/>
              <a:t>Information :</a:t>
            </a:r>
          </a:p>
          <a:p>
            <a:pPr eaLnBrk="1" hangingPunct="1">
              <a:buFont typeface="Wingdings" pitchFamily="2" charset="2"/>
              <a:buNone/>
            </a:pPr>
            <a:r>
              <a:rPr lang="en-US" sz="2400"/>
              <a:t>	Data organized and presented in a particular manner</a:t>
            </a:r>
          </a:p>
          <a:p>
            <a:pPr eaLnBrk="1" hangingPunct="1">
              <a:buFont typeface="Wingdings" pitchFamily="2" charset="2"/>
              <a:buNone/>
            </a:pPr>
            <a:endParaRPr lang="en-US" sz="2400"/>
          </a:p>
          <a:p>
            <a:pPr eaLnBrk="1" hangingPunct="1"/>
            <a:r>
              <a:rPr lang="en-US" sz="2400" b="1"/>
              <a:t>Knowledge  : </a:t>
            </a:r>
          </a:p>
          <a:p>
            <a:pPr eaLnBrk="1" hangingPunct="1">
              <a:buFont typeface="Wingdings" pitchFamily="2" charset="2"/>
              <a:buNone/>
            </a:pPr>
            <a:r>
              <a:rPr lang="en-US" sz="2400"/>
              <a:t>	“Justified true belief”. Information that can be acted upon</a:t>
            </a:r>
          </a:p>
          <a:p>
            <a:pPr eaLnBrk="1" hangingPunct="1">
              <a:buFont typeface="Wingdings" pitchFamily="2" charset="2"/>
              <a:buNone/>
            </a:pPr>
            <a:endParaRPr lang="en-US" sz="2400"/>
          </a:p>
          <a:p>
            <a:pPr eaLnBrk="1" hangingPunct="1"/>
            <a:r>
              <a:rPr lang="en-US" sz="2400" b="1"/>
              <a:t>Wisdom   :</a:t>
            </a:r>
          </a:p>
          <a:p>
            <a:pPr eaLnBrk="1" hangingPunct="1">
              <a:buFont typeface="Wingdings" pitchFamily="2" charset="2"/>
              <a:buNone/>
            </a:pPr>
            <a:r>
              <a:rPr lang="en-US" sz="2400"/>
              <a:t>	Distilled and integrated knowledge Demonstrative of high-level “understanding”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0">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2"/>
          <p:cNvSpPr>
            <a:spLocks noGrp="1"/>
          </p:cNvSpPr>
          <p:nvPr>
            <p:ph type="title"/>
          </p:nvPr>
        </p:nvSpPr>
        <p:spPr>
          <a:xfrm>
            <a:off x="228600" y="274638"/>
            <a:ext cx="8983663" cy="639762"/>
          </a:xfrm>
        </p:spPr>
        <p:txBody>
          <a:bodyPr/>
          <a:lstStyle/>
          <a:p>
            <a:pPr eaLnBrk="1" hangingPunct="1"/>
            <a:r>
              <a:rPr lang="en-IN">
                <a:latin typeface="Helvetica"/>
              </a:rPr>
              <a:t>Information Hierarchy </a:t>
            </a:r>
            <a:r>
              <a:rPr lang="en-IN" sz="2200">
                <a:latin typeface="Helvetica"/>
              </a:rPr>
              <a:t>(A facetious Example)</a:t>
            </a:r>
          </a:p>
        </p:txBody>
      </p:sp>
      <p:sp>
        <p:nvSpPr>
          <p:cNvPr id="10" name="Rectangle 3"/>
          <p:cNvSpPr>
            <a:spLocks noGrp="1" noChangeArrowheads="1"/>
          </p:cNvSpPr>
          <p:nvPr>
            <p:ph type="body" idx="4294967295"/>
          </p:nvPr>
        </p:nvSpPr>
        <p:spPr>
          <a:xfrm>
            <a:off x="457200" y="1371600"/>
            <a:ext cx="10972800" cy="5257800"/>
          </a:xfrm>
        </p:spPr>
        <p:txBody>
          <a:bodyPr/>
          <a:lstStyle/>
          <a:p>
            <a:pPr eaLnBrk="1" hangingPunct="1"/>
            <a:r>
              <a:rPr lang="en-US" sz="2400" b="1" dirty="0"/>
              <a:t>Data</a:t>
            </a:r>
          </a:p>
          <a:p>
            <a:pPr lvl="1" eaLnBrk="1" hangingPunct="1">
              <a:buFont typeface="Arial" pitchFamily="34" charset="0"/>
              <a:buNone/>
            </a:pPr>
            <a:r>
              <a:rPr lang="en-US" dirty="0"/>
              <a:t>98.6</a:t>
            </a:r>
            <a:r>
              <a:rPr lang="en-US" dirty="0">
                <a:cs typeface="Arial" pitchFamily="34" charset="0"/>
              </a:rPr>
              <a:t>º F, </a:t>
            </a:r>
            <a:r>
              <a:rPr lang="en-US" dirty="0"/>
              <a:t>99.5</a:t>
            </a:r>
            <a:r>
              <a:rPr lang="en-US" dirty="0">
                <a:cs typeface="Arial" pitchFamily="34" charset="0"/>
              </a:rPr>
              <a:t>º F, </a:t>
            </a:r>
            <a:r>
              <a:rPr lang="en-US" dirty="0"/>
              <a:t>100.3</a:t>
            </a:r>
            <a:r>
              <a:rPr lang="en-US" dirty="0">
                <a:cs typeface="Arial" pitchFamily="34" charset="0"/>
              </a:rPr>
              <a:t>º F, </a:t>
            </a:r>
            <a:r>
              <a:rPr lang="en-US" dirty="0"/>
              <a:t>101</a:t>
            </a:r>
            <a:r>
              <a:rPr lang="en-US" dirty="0">
                <a:cs typeface="Arial" pitchFamily="34" charset="0"/>
              </a:rPr>
              <a:t>º F, …</a:t>
            </a:r>
          </a:p>
          <a:p>
            <a:pPr lvl="1" eaLnBrk="1" hangingPunct="1">
              <a:buFont typeface="Arial" pitchFamily="34" charset="0"/>
              <a:buNone/>
            </a:pPr>
            <a:endParaRPr lang="en-US" dirty="0">
              <a:cs typeface="Arial" pitchFamily="34" charset="0"/>
            </a:endParaRPr>
          </a:p>
          <a:p>
            <a:pPr eaLnBrk="1" hangingPunct="1"/>
            <a:r>
              <a:rPr lang="en-US" sz="2400" b="1" dirty="0"/>
              <a:t>Information</a:t>
            </a:r>
          </a:p>
          <a:p>
            <a:pPr lvl="1" eaLnBrk="1" hangingPunct="1">
              <a:buFont typeface="Arial" pitchFamily="34" charset="0"/>
              <a:buNone/>
            </a:pPr>
            <a:r>
              <a:rPr lang="en-US" dirty="0"/>
              <a:t>Hourly body temperature: 98.6</a:t>
            </a:r>
            <a:r>
              <a:rPr lang="en-US" dirty="0">
                <a:cs typeface="Arial" pitchFamily="34" charset="0"/>
              </a:rPr>
              <a:t>º F, </a:t>
            </a:r>
            <a:r>
              <a:rPr lang="en-US" dirty="0"/>
              <a:t>99.5</a:t>
            </a:r>
            <a:r>
              <a:rPr lang="en-US" dirty="0">
                <a:cs typeface="Arial" pitchFamily="34" charset="0"/>
              </a:rPr>
              <a:t>º F, </a:t>
            </a:r>
            <a:r>
              <a:rPr lang="en-US" dirty="0"/>
              <a:t>100.3</a:t>
            </a:r>
            <a:r>
              <a:rPr lang="en-US" dirty="0">
                <a:cs typeface="Arial" pitchFamily="34" charset="0"/>
              </a:rPr>
              <a:t>º F, </a:t>
            </a:r>
            <a:r>
              <a:rPr lang="en-US" dirty="0"/>
              <a:t>101</a:t>
            </a:r>
            <a:r>
              <a:rPr lang="en-US" dirty="0">
                <a:cs typeface="Arial" pitchFamily="34" charset="0"/>
              </a:rPr>
              <a:t>º F, …</a:t>
            </a:r>
          </a:p>
          <a:p>
            <a:pPr lvl="1" eaLnBrk="1" hangingPunct="1">
              <a:buFont typeface="Arial" pitchFamily="34" charset="0"/>
              <a:buNone/>
            </a:pPr>
            <a:endParaRPr lang="en-US" dirty="0"/>
          </a:p>
          <a:p>
            <a:pPr eaLnBrk="1" hangingPunct="1"/>
            <a:r>
              <a:rPr lang="en-US" sz="2400" b="1" dirty="0"/>
              <a:t>Knowledge</a:t>
            </a:r>
          </a:p>
          <a:p>
            <a:pPr lvl="1" eaLnBrk="1" hangingPunct="1">
              <a:buFont typeface="Arial" pitchFamily="34" charset="0"/>
              <a:buNone/>
            </a:pPr>
            <a:r>
              <a:rPr lang="en-US" dirty="0"/>
              <a:t>If you have a temperature above 100</a:t>
            </a:r>
            <a:r>
              <a:rPr lang="en-US" dirty="0">
                <a:cs typeface="Arial" pitchFamily="34" charset="0"/>
              </a:rPr>
              <a:t>º F, you most likely have a fever</a:t>
            </a:r>
          </a:p>
          <a:p>
            <a:pPr lvl="1" eaLnBrk="1" hangingPunct="1">
              <a:buFont typeface="Arial" pitchFamily="34" charset="0"/>
              <a:buNone/>
            </a:pPr>
            <a:endParaRPr lang="en-US" dirty="0"/>
          </a:p>
          <a:p>
            <a:pPr eaLnBrk="1" hangingPunct="1"/>
            <a:r>
              <a:rPr lang="en-US" sz="2400" b="1" dirty="0"/>
              <a:t>Wisdom</a:t>
            </a:r>
          </a:p>
          <a:p>
            <a:pPr lvl="1" eaLnBrk="1" hangingPunct="1">
              <a:buFont typeface="Arial" pitchFamily="34" charset="0"/>
              <a:buNone/>
            </a:pPr>
            <a:r>
              <a:rPr lang="en-US" dirty="0"/>
              <a:t>If you don’t feel well, see a doctor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
                                            <p:txEl>
                                              <p:pRg st="9" end="9"/>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3"/>
          <p:cNvSpPr txBox="1">
            <a:spLocks noGrp="1"/>
          </p:cNvSpPr>
          <p:nvPr>
            <p:ph type="title"/>
          </p:nvPr>
        </p:nvSpPr>
        <p:spPr>
          <a:xfrm>
            <a:off x="838200" y="160569"/>
            <a:ext cx="9321800" cy="76436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3200"/>
              <a:buFont typeface="Helvetica Neue"/>
              <a:buNone/>
            </a:pPr>
            <a:r>
              <a:rPr lang="en-US"/>
              <a:t>Abbreviations</a:t>
            </a:r>
            <a:endParaRPr/>
          </a:p>
        </p:txBody>
      </p:sp>
      <p:graphicFrame>
        <p:nvGraphicFramePr>
          <p:cNvPr id="56" name="Google Shape;56;p3"/>
          <p:cNvGraphicFramePr/>
          <p:nvPr/>
        </p:nvGraphicFramePr>
        <p:xfrm>
          <a:off x="381000" y="1143001"/>
          <a:ext cx="11506200" cy="5410125"/>
        </p:xfrm>
        <a:graphic>
          <a:graphicData uri="http://schemas.openxmlformats.org/drawingml/2006/table">
            <a:tbl>
              <a:tblPr firstRow="1" bandRow="1">
                <a:noFill/>
                <a:tableStyleId>{C420DECD-8DA1-4897-9D06-18107D8CB4AA}</a:tableStyleId>
              </a:tblPr>
              <a:tblGrid>
                <a:gridCol w="1098825">
                  <a:extLst>
                    <a:ext uri="{9D8B030D-6E8A-4147-A177-3AD203B41FA5}">
                      <a16:colId xmlns:a16="http://schemas.microsoft.com/office/drawing/2014/main" val="20000"/>
                    </a:ext>
                  </a:extLst>
                </a:gridCol>
                <a:gridCol w="10407375">
                  <a:extLst>
                    <a:ext uri="{9D8B030D-6E8A-4147-A177-3AD203B41FA5}">
                      <a16:colId xmlns:a16="http://schemas.microsoft.com/office/drawing/2014/main" val="20001"/>
                    </a:ext>
                  </a:extLst>
                </a:gridCol>
              </a:tblGrid>
              <a:tr h="408825">
                <a:tc>
                  <a:txBody>
                    <a:bodyPr/>
                    <a:lstStyle/>
                    <a:p>
                      <a:pPr marL="0" marR="0" lvl="0" indent="0" algn="l" rtl="0">
                        <a:spcBef>
                          <a:spcPts val="0"/>
                        </a:spcBef>
                        <a:spcAft>
                          <a:spcPts val="0"/>
                        </a:spcAft>
                        <a:buNone/>
                      </a:pPr>
                      <a:r>
                        <a:rPr lang="en-US" sz="1800" b="1" u="none" strike="noStrike" cap="none"/>
                        <a:t>NF</a:t>
                      </a:r>
                      <a:endParaRPr/>
                    </a:p>
                  </a:txBody>
                  <a:tcPr marL="91450" marR="91450" marT="45725" marB="45725"/>
                </a:tc>
                <a:tc>
                  <a:txBody>
                    <a:bodyPr/>
                    <a:lstStyle/>
                    <a:p>
                      <a:pPr marL="0" marR="0" lvl="0" indent="0" algn="l" rtl="0">
                        <a:spcBef>
                          <a:spcPts val="0"/>
                        </a:spcBef>
                        <a:spcAft>
                          <a:spcPts val="0"/>
                        </a:spcAft>
                        <a:buNone/>
                      </a:pPr>
                      <a:r>
                        <a:rPr lang="en-US" sz="1800" b="0"/>
                        <a:t>Normal Forms</a:t>
                      </a:r>
                      <a:endParaRPr/>
                    </a:p>
                  </a:txBody>
                  <a:tcPr marL="91450" marR="91450" marT="45725" marB="45725"/>
                </a:tc>
                <a:extLst>
                  <a:ext uri="{0D108BD9-81ED-4DB2-BD59-A6C34878D82A}">
                    <a16:rowId xmlns:a16="http://schemas.microsoft.com/office/drawing/2014/main" val="10000"/>
                  </a:ext>
                </a:extLst>
              </a:tr>
              <a:tr h="430800">
                <a:tc>
                  <a:txBody>
                    <a:bodyPr/>
                    <a:lstStyle/>
                    <a:p>
                      <a:pPr marL="0" marR="0" lvl="0" indent="0" algn="l" rtl="0">
                        <a:spcBef>
                          <a:spcPts val="0"/>
                        </a:spcBef>
                        <a:spcAft>
                          <a:spcPts val="0"/>
                        </a:spcAft>
                        <a:buNone/>
                      </a:pPr>
                      <a:r>
                        <a:rPr lang="en-US" sz="1800" b="1"/>
                        <a:t>BCNF</a:t>
                      </a:r>
                      <a:endParaRPr/>
                    </a:p>
                  </a:txBody>
                  <a:tcPr marL="91450" marR="91450" marT="45725" marB="45725"/>
                </a:tc>
                <a:tc>
                  <a:txBody>
                    <a:bodyPr/>
                    <a:lstStyle/>
                    <a:p>
                      <a:pPr marL="0" marR="0" lvl="0" indent="0" algn="l" rtl="0">
                        <a:spcBef>
                          <a:spcPts val="0"/>
                        </a:spcBef>
                        <a:spcAft>
                          <a:spcPts val="0"/>
                        </a:spcAft>
                        <a:buNone/>
                      </a:pPr>
                      <a:r>
                        <a:rPr lang="en-US" sz="1800" b="0"/>
                        <a:t>Boyce Code Normal Form</a:t>
                      </a:r>
                      <a:endParaRPr/>
                    </a:p>
                  </a:txBody>
                  <a:tcPr marL="91450" marR="91450" marT="45725" marB="45725"/>
                </a:tc>
                <a:extLst>
                  <a:ext uri="{0D108BD9-81ED-4DB2-BD59-A6C34878D82A}">
                    <a16:rowId xmlns:a16="http://schemas.microsoft.com/office/drawing/2014/main" val="10001"/>
                  </a:ext>
                </a:extLst>
              </a:tr>
              <a:tr h="425600">
                <a:tc>
                  <a:txBody>
                    <a:bodyPr/>
                    <a:lstStyle/>
                    <a:p>
                      <a:pPr marL="0" marR="0" lvl="0" indent="0" algn="l" rtl="0">
                        <a:spcBef>
                          <a:spcPts val="0"/>
                        </a:spcBef>
                        <a:spcAft>
                          <a:spcPts val="0"/>
                        </a:spcAft>
                        <a:buNone/>
                      </a:pPr>
                      <a:r>
                        <a:rPr lang="en-US" sz="1800" b="1"/>
                        <a:t>DB</a:t>
                      </a:r>
                      <a:endParaRPr/>
                    </a:p>
                  </a:txBody>
                  <a:tcPr marL="91450" marR="91450" marT="45725" marB="45725"/>
                </a:tc>
                <a:tc>
                  <a:txBody>
                    <a:bodyPr/>
                    <a:lstStyle/>
                    <a:p>
                      <a:pPr marL="0" marR="0" lvl="0" indent="0" algn="l" rtl="0">
                        <a:spcBef>
                          <a:spcPts val="0"/>
                        </a:spcBef>
                        <a:spcAft>
                          <a:spcPts val="0"/>
                        </a:spcAft>
                        <a:buNone/>
                      </a:pPr>
                      <a:r>
                        <a:rPr lang="en-US" sz="1800" b="0"/>
                        <a:t>DataBase</a:t>
                      </a:r>
                      <a:endParaRPr sz="1800" b="0"/>
                    </a:p>
                  </a:txBody>
                  <a:tcPr marL="91450" marR="91450" marT="45725" marB="45725"/>
                </a:tc>
                <a:extLst>
                  <a:ext uri="{0D108BD9-81ED-4DB2-BD59-A6C34878D82A}">
                    <a16:rowId xmlns:a16="http://schemas.microsoft.com/office/drawing/2014/main" val="10002"/>
                  </a:ext>
                </a:extLst>
              </a:tr>
              <a:tr h="510725">
                <a:tc>
                  <a:txBody>
                    <a:bodyPr/>
                    <a:lstStyle/>
                    <a:p>
                      <a:pPr marL="0" marR="0" lvl="0" indent="0" algn="l" rtl="0">
                        <a:spcBef>
                          <a:spcPts val="0"/>
                        </a:spcBef>
                        <a:spcAft>
                          <a:spcPts val="0"/>
                        </a:spcAft>
                        <a:buNone/>
                      </a:pPr>
                      <a:r>
                        <a:rPr lang="en-US" sz="1800" b="1"/>
                        <a:t>DBMS</a:t>
                      </a:r>
                      <a:endParaRPr/>
                    </a:p>
                  </a:txBody>
                  <a:tcPr marL="91450" marR="91450" marT="45725" marB="45725"/>
                </a:tc>
                <a:tc>
                  <a:txBody>
                    <a:bodyPr/>
                    <a:lstStyle/>
                    <a:p>
                      <a:pPr marL="0" marR="0" lvl="0" indent="0" algn="l" rtl="0">
                        <a:spcBef>
                          <a:spcPts val="0"/>
                        </a:spcBef>
                        <a:spcAft>
                          <a:spcPts val="0"/>
                        </a:spcAft>
                        <a:buNone/>
                      </a:pPr>
                      <a:r>
                        <a:rPr lang="en-US" sz="1800" b="0"/>
                        <a:t>DataBase Management System</a:t>
                      </a:r>
                      <a:endParaRPr/>
                    </a:p>
                  </a:txBody>
                  <a:tcPr marL="91450" marR="91450" marT="45725" marB="45725"/>
                </a:tc>
                <a:extLst>
                  <a:ext uri="{0D108BD9-81ED-4DB2-BD59-A6C34878D82A}">
                    <a16:rowId xmlns:a16="http://schemas.microsoft.com/office/drawing/2014/main" val="10003"/>
                  </a:ext>
                </a:extLst>
              </a:tr>
              <a:tr h="510725">
                <a:tc>
                  <a:txBody>
                    <a:bodyPr/>
                    <a:lstStyle/>
                    <a:p>
                      <a:pPr marL="0" marR="0" lvl="0" indent="0" algn="l" rtl="0">
                        <a:spcBef>
                          <a:spcPts val="0"/>
                        </a:spcBef>
                        <a:spcAft>
                          <a:spcPts val="0"/>
                        </a:spcAft>
                        <a:buNone/>
                      </a:pPr>
                      <a:r>
                        <a:rPr lang="en-US" sz="1800" b="1"/>
                        <a:t>OLTP</a:t>
                      </a:r>
                      <a:endParaRPr/>
                    </a:p>
                  </a:txBody>
                  <a:tcPr marL="91450" marR="91450" marT="45725" marB="45725"/>
                </a:tc>
                <a:tc>
                  <a:txBody>
                    <a:bodyPr/>
                    <a:lstStyle/>
                    <a:p>
                      <a:pPr marL="0" marR="0" lvl="0" indent="0" algn="l" rtl="0">
                        <a:spcBef>
                          <a:spcPts val="0"/>
                        </a:spcBef>
                        <a:spcAft>
                          <a:spcPts val="0"/>
                        </a:spcAft>
                        <a:buNone/>
                      </a:pPr>
                      <a:r>
                        <a:rPr lang="en-US" sz="1800" b="0"/>
                        <a:t>OnLine Transaction Processing</a:t>
                      </a:r>
                      <a:endParaRPr/>
                    </a:p>
                  </a:txBody>
                  <a:tcPr marL="91450" marR="91450" marT="45725" marB="45725"/>
                </a:tc>
                <a:extLst>
                  <a:ext uri="{0D108BD9-81ED-4DB2-BD59-A6C34878D82A}">
                    <a16:rowId xmlns:a16="http://schemas.microsoft.com/office/drawing/2014/main" val="10004"/>
                  </a:ext>
                </a:extLst>
              </a:tr>
              <a:tr h="510725">
                <a:tc>
                  <a:txBody>
                    <a:bodyPr/>
                    <a:lstStyle/>
                    <a:p>
                      <a:pPr marL="0" marR="0" lvl="0" indent="0" algn="l" rtl="0">
                        <a:spcBef>
                          <a:spcPts val="0"/>
                        </a:spcBef>
                        <a:spcAft>
                          <a:spcPts val="0"/>
                        </a:spcAft>
                        <a:buNone/>
                      </a:pPr>
                      <a:r>
                        <a:rPr lang="en-US" sz="1800" b="1"/>
                        <a:t>OLAP</a:t>
                      </a:r>
                      <a:endParaRPr/>
                    </a:p>
                  </a:txBody>
                  <a:tcPr marL="91450" marR="91450" marT="45725" marB="45725"/>
                </a:tc>
                <a:tc>
                  <a:txBody>
                    <a:bodyPr/>
                    <a:lstStyle/>
                    <a:p>
                      <a:pPr marL="0" marR="0" lvl="0" indent="0" algn="l" rtl="0">
                        <a:spcBef>
                          <a:spcPts val="0"/>
                        </a:spcBef>
                        <a:spcAft>
                          <a:spcPts val="0"/>
                        </a:spcAft>
                        <a:buNone/>
                      </a:pPr>
                      <a:r>
                        <a:rPr lang="en-US" sz="1800" b="0"/>
                        <a:t>OnLine Analytical Processing</a:t>
                      </a:r>
                      <a:endParaRPr/>
                    </a:p>
                  </a:txBody>
                  <a:tcPr marL="91450" marR="91450" marT="45725" marB="45725"/>
                </a:tc>
                <a:extLst>
                  <a:ext uri="{0D108BD9-81ED-4DB2-BD59-A6C34878D82A}">
                    <a16:rowId xmlns:a16="http://schemas.microsoft.com/office/drawing/2014/main" val="10005"/>
                  </a:ext>
                </a:extLst>
              </a:tr>
              <a:tr h="510725">
                <a:tc>
                  <a:txBody>
                    <a:bodyPr/>
                    <a:lstStyle/>
                    <a:p>
                      <a:pPr marL="0" marR="0" lvl="0" indent="0" algn="l" rtl="0">
                        <a:spcBef>
                          <a:spcPts val="0"/>
                        </a:spcBef>
                        <a:spcAft>
                          <a:spcPts val="0"/>
                        </a:spcAft>
                        <a:buNone/>
                      </a:pPr>
                      <a:r>
                        <a:rPr lang="en-US" sz="1800" b="1"/>
                        <a:t>JSON</a:t>
                      </a:r>
                      <a:endParaRPr/>
                    </a:p>
                  </a:txBody>
                  <a:tcPr marL="91450" marR="91450" marT="45725" marB="45725"/>
                </a:tc>
                <a:tc>
                  <a:txBody>
                    <a:bodyPr/>
                    <a:lstStyle/>
                    <a:p>
                      <a:pPr marL="0" marR="0" lvl="0" indent="0" algn="l" rtl="0">
                        <a:spcBef>
                          <a:spcPts val="0"/>
                        </a:spcBef>
                        <a:spcAft>
                          <a:spcPts val="0"/>
                        </a:spcAft>
                        <a:buNone/>
                      </a:pPr>
                      <a:r>
                        <a:rPr lang="en-US" sz="1800" b="0"/>
                        <a:t>JavaScript Object Notation</a:t>
                      </a:r>
                      <a:endParaRPr/>
                    </a:p>
                  </a:txBody>
                  <a:tcPr marL="91450" marR="91450" marT="45725" marB="45725"/>
                </a:tc>
                <a:extLst>
                  <a:ext uri="{0D108BD9-81ED-4DB2-BD59-A6C34878D82A}">
                    <a16:rowId xmlns:a16="http://schemas.microsoft.com/office/drawing/2014/main" val="10006"/>
                  </a:ext>
                </a:extLst>
              </a:tr>
              <a:tr h="420400">
                <a:tc>
                  <a:txBody>
                    <a:bodyPr/>
                    <a:lstStyle/>
                    <a:p>
                      <a:pPr marL="0" marR="0" lvl="0" indent="0" algn="l" rtl="0">
                        <a:spcBef>
                          <a:spcPts val="0"/>
                        </a:spcBef>
                        <a:spcAft>
                          <a:spcPts val="0"/>
                        </a:spcAft>
                        <a:buNone/>
                      </a:pPr>
                      <a:r>
                        <a:rPr lang="en-US" sz="1800" b="1"/>
                        <a:t>XML</a:t>
                      </a:r>
                      <a:endParaRPr/>
                    </a:p>
                  </a:txBody>
                  <a:tcPr marL="91450" marR="91450" marT="45725" marB="45725"/>
                </a:tc>
                <a:tc>
                  <a:txBody>
                    <a:bodyPr/>
                    <a:lstStyle/>
                    <a:p>
                      <a:pPr marL="0" marR="0" lvl="0" indent="0" algn="l" rtl="0">
                        <a:spcBef>
                          <a:spcPts val="0"/>
                        </a:spcBef>
                        <a:spcAft>
                          <a:spcPts val="0"/>
                        </a:spcAft>
                        <a:buNone/>
                      </a:pPr>
                      <a:r>
                        <a:rPr lang="en-US" sz="1800" b="0"/>
                        <a:t>eXtensible Markup Language</a:t>
                      </a:r>
                      <a:endParaRPr/>
                    </a:p>
                  </a:txBody>
                  <a:tcPr marL="91450" marR="91450" marT="45725" marB="45725"/>
                </a:tc>
                <a:extLst>
                  <a:ext uri="{0D108BD9-81ED-4DB2-BD59-A6C34878D82A}">
                    <a16:rowId xmlns:a16="http://schemas.microsoft.com/office/drawing/2014/main" val="10007"/>
                  </a:ext>
                </a:extLst>
              </a:tr>
              <a:tr h="420400">
                <a:tc>
                  <a:txBody>
                    <a:bodyPr/>
                    <a:lstStyle/>
                    <a:p>
                      <a:pPr marL="0" marR="0" lvl="0" indent="0" algn="l" rtl="0">
                        <a:spcBef>
                          <a:spcPts val="0"/>
                        </a:spcBef>
                        <a:spcAft>
                          <a:spcPts val="0"/>
                        </a:spcAft>
                        <a:buNone/>
                      </a:pPr>
                      <a:r>
                        <a:rPr lang="en-US" sz="1800" b="1"/>
                        <a:t>BSON</a:t>
                      </a:r>
                      <a:endParaRPr/>
                    </a:p>
                  </a:txBody>
                  <a:tcPr marL="91450" marR="91450" marT="45725" marB="45725"/>
                </a:tc>
                <a:tc>
                  <a:txBody>
                    <a:bodyPr/>
                    <a:lstStyle/>
                    <a:p>
                      <a:pPr marL="0" marR="0" lvl="0" indent="0" algn="l" rtl="0">
                        <a:spcBef>
                          <a:spcPts val="0"/>
                        </a:spcBef>
                        <a:spcAft>
                          <a:spcPts val="0"/>
                        </a:spcAft>
                        <a:buNone/>
                      </a:pPr>
                      <a:r>
                        <a:rPr lang="en-US" sz="1800" b="0" i="0">
                          <a:solidFill>
                            <a:schemeClr val="dk1"/>
                          </a:solidFill>
                          <a:latin typeface="Calibri"/>
                          <a:ea typeface="Calibri"/>
                          <a:cs typeface="Calibri"/>
                          <a:sym typeface="Calibri"/>
                        </a:rPr>
                        <a:t>Binary JavaScript Object Notation</a:t>
                      </a:r>
                      <a:endParaRPr sz="1800" b="0"/>
                    </a:p>
                  </a:txBody>
                  <a:tcPr marL="91450" marR="91450" marT="45725" marB="45725"/>
                </a:tc>
                <a:extLst>
                  <a:ext uri="{0D108BD9-81ED-4DB2-BD59-A6C34878D82A}">
                    <a16:rowId xmlns:a16="http://schemas.microsoft.com/office/drawing/2014/main" val="10008"/>
                  </a:ext>
                </a:extLst>
              </a:tr>
              <a:tr h="420400">
                <a:tc>
                  <a:txBody>
                    <a:bodyPr/>
                    <a:lstStyle/>
                    <a:p>
                      <a:pPr marL="0" marR="0" lvl="0" indent="0" algn="l" rtl="0">
                        <a:spcBef>
                          <a:spcPts val="0"/>
                        </a:spcBef>
                        <a:spcAft>
                          <a:spcPts val="0"/>
                        </a:spcAft>
                        <a:buNone/>
                      </a:pPr>
                      <a:r>
                        <a:rPr lang="en-US" sz="1800" b="1"/>
                        <a:t>JSONB</a:t>
                      </a:r>
                      <a:endParaRPr/>
                    </a:p>
                  </a:txBody>
                  <a:tcPr marL="91450" marR="91450" marT="45725" marB="45725"/>
                </a:tc>
                <a:tc>
                  <a:txBody>
                    <a:bodyPr/>
                    <a:lstStyle/>
                    <a:p>
                      <a:pPr marL="0" marR="0" lvl="0" indent="0" algn="l" rtl="0">
                        <a:spcBef>
                          <a:spcPts val="0"/>
                        </a:spcBef>
                        <a:spcAft>
                          <a:spcPts val="0"/>
                        </a:spcAft>
                        <a:buNone/>
                      </a:pPr>
                      <a:r>
                        <a:rPr lang="en-US" sz="1800" b="0"/>
                        <a:t>JSON Binary</a:t>
                      </a:r>
                      <a:endParaRPr/>
                    </a:p>
                  </a:txBody>
                  <a:tcPr marL="91450" marR="91450" marT="45725" marB="45725"/>
                </a:tc>
                <a:extLst>
                  <a:ext uri="{0D108BD9-81ED-4DB2-BD59-A6C34878D82A}">
                    <a16:rowId xmlns:a16="http://schemas.microsoft.com/office/drawing/2014/main" val="10009"/>
                  </a:ext>
                </a:extLst>
              </a:tr>
              <a:tr h="420400">
                <a:tc>
                  <a:txBody>
                    <a:bodyPr/>
                    <a:lstStyle/>
                    <a:p>
                      <a:pPr marL="0" marR="0" lvl="0" indent="0" algn="l" rtl="0">
                        <a:spcBef>
                          <a:spcPts val="0"/>
                        </a:spcBef>
                        <a:spcAft>
                          <a:spcPts val="0"/>
                        </a:spcAft>
                        <a:buNone/>
                      </a:pPr>
                      <a:r>
                        <a:rPr lang="en-US" sz="1800" b="1"/>
                        <a:t>CSV</a:t>
                      </a:r>
                      <a:endParaRPr/>
                    </a:p>
                  </a:txBody>
                  <a:tcPr marL="91450" marR="91450" marT="45725" marB="45725"/>
                </a:tc>
                <a:tc>
                  <a:txBody>
                    <a:bodyPr/>
                    <a:lstStyle/>
                    <a:p>
                      <a:pPr marL="0" marR="0" lvl="0" indent="0" algn="l" rtl="0">
                        <a:spcBef>
                          <a:spcPts val="0"/>
                        </a:spcBef>
                        <a:spcAft>
                          <a:spcPts val="0"/>
                        </a:spcAft>
                        <a:buNone/>
                      </a:pPr>
                      <a:r>
                        <a:rPr lang="en-US" sz="1800" b="0"/>
                        <a:t>Comma Separated Values</a:t>
                      </a:r>
                      <a:endParaRPr/>
                    </a:p>
                  </a:txBody>
                  <a:tcPr marL="91450" marR="91450" marT="45725" marB="45725"/>
                </a:tc>
                <a:extLst>
                  <a:ext uri="{0D108BD9-81ED-4DB2-BD59-A6C34878D82A}">
                    <a16:rowId xmlns:a16="http://schemas.microsoft.com/office/drawing/2014/main" val="10010"/>
                  </a:ext>
                </a:extLst>
              </a:tr>
              <a:tr h="420400">
                <a:tc>
                  <a:txBody>
                    <a:bodyPr/>
                    <a:lstStyle/>
                    <a:p>
                      <a:pPr marL="0" marR="0" lvl="0" indent="0" algn="l" rtl="0">
                        <a:spcBef>
                          <a:spcPts val="0"/>
                        </a:spcBef>
                        <a:spcAft>
                          <a:spcPts val="0"/>
                        </a:spcAft>
                        <a:buNone/>
                      </a:pPr>
                      <a:r>
                        <a:rPr lang="en-US" sz="1800" b="1"/>
                        <a:t>SQL</a:t>
                      </a:r>
                      <a:endParaRPr/>
                    </a:p>
                  </a:txBody>
                  <a:tcPr marL="91450" marR="91450" marT="45725" marB="45725"/>
                </a:tc>
                <a:tc>
                  <a:txBody>
                    <a:bodyPr/>
                    <a:lstStyle/>
                    <a:p>
                      <a:pPr marL="0" marR="0" lvl="0" indent="0" algn="l" rtl="0">
                        <a:spcBef>
                          <a:spcPts val="0"/>
                        </a:spcBef>
                        <a:spcAft>
                          <a:spcPts val="0"/>
                        </a:spcAft>
                        <a:buNone/>
                      </a:pPr>
                      <a:r>
                        <a:rPr lang="en-US" sz="1800" b="0"/>
                        <a:t>Structured Query Language</a:t>
                      </a:r>
                      <a:endParaRPr/>
                    </a:p>
                  </a:txBody>
                  <a:tcPr marL="91450" marR="91450" marT="45725" marB="45725"/>
                </a:tc>
                <a:extLst>
                  <a:ext uri="{0D108BD9-81ED-4DB2-BD59-A6C34878D82A}">
                    <a16:rowId xmlns:a16="http://schemas.microsoft.com/office/drawing/2014/main" val="10011"/>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p>
            <a:pPr marL="0" lvl="0" indent="0" algn="r" rtl="0">
              <a:lnSpc>
                <a:spcPct val="90000"/>
              </a:lnSpc>
              <a:spcBef>
                <a:spcPts val="0"/>
              </a:spcBef>
              <a:spcAft>
                <a:spcPts val="0"/>
              </a:spcAft>
              <a:buClr>
                <a:srgbClr val="150860"/>
              </a:buClr>
              <a:buSzPts val="5400"/>
              <a:buFont typeface="Helvetica Neue"/>
              <a:buNone/>
            </a:pPr>
            <a:r>
              <a:rPr lang="en-US"/>
              <a:t>Introduction</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5"/>
          <p:cNvSpPr txBox="1">
            <a:spLocks noGrp="1"/>
          </p:cNvSpPr>
          <p:nvPr>
            <p:ph type="title"/>
          </p:nvPr>
        </p:nvSpPr>
        <p:spPr>
          <a:xfrm>
            <a:off x="838200" y="160569"/>
            <a:ext cx="9321800" cy="76436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2700"/>
              <a:buFont typeface="Helvetica Neue"/>
              <a:buNone/>
            </a:pPr>
            <a:r>
              <a:rPr lang="en-US" sz="2700"/>
              <a:t>Have you heard these in your work?</a:t>
            </a:r>
            <a:endParaRPr/>
          </a:p>
        </p:txBody>
      </p:sp>
      <p:sp>
        <p:nvSpPr>
          <p:cNvPr id="67" name="Google Shape;67;p5"/>
          <p:cNvSpPr/>
          <p:nvPr/>
        </p:nvSpPr>
        <p:spPr>
          <a:xfrm>
            <a:off x="609600" y="1314292"/>
            <a:ext cx="2438400" cy="1942316"/>
          </a:xfrm>
          <a:prstGeom prst="irregularSeal1">
            <a:avLst/>
          </a:prstGeom>
          <a:solidFill>
            <a:schemeClr val="lt1"/>
          </a:solidFill>
          <a:ln w="28575"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0" i="0" u="none" strike="noStrike" cap="none">
                <a:solidFill>
                  <a:schemeClr val="dk1"/>
                </a:solidFill>
                <a:latin typeface="Calibri"/>
                <a:ea typeface="Calibri"/>
                <a:cs typeface="Calibri"/>
                <a:sym typeface="Calibri"/>
              </a:rPr>
              <a:t>Internal / confidential data</a:t>
            </a:r>
            <a:endParaRPr/>
          </a:p>
        </p:txBody>
      </p:sp>
      <p:sp>
        <p:nvSpPr>
          <p:cNvPr id="68" name="Google Shape;68;p5"/>
          <p:cNvSpPr/>
          <p:nvPr/>
        </p:nvSpPr>
        <p:spPr>
          <a:xfrm>
            <a:off x="5590987" y="1041664"/>
            <a:ext cx="2438400" cy="1942316"/>
          </a:xfrm>
          <a:prstGeom prst="irregularSeal1">
            <a:avLst/>
          </a:prstGeom>
          <a:solidFill>
            <a:schemeClr val="lt1"/>
          </a:solidFill>
          <a:ln w="28575"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0" i="0" u="none" strike="noStrike" cap="none">
                <a:solidFill>
                  <a:schemeClr val="dk1"/>
                </a:solidFill>
                <a:latin typeface="Calibri"/>
                <a:ea typeface="Calibri"/>
                <a:cs typeface="Calibri"/>
                <a:sym typeface="Calibri"/>
              </a:rPr>
              <a:t>Databases</a:t>
            </a:r>
            <a:endParaRPr/>
          </a:p>
        </p:txBody>
      </p:sp>
      <p:sp>
        <p:nvSpPr>
          <p:cNvPr id="69" name="Google Shape;69;p5"/>
          <p:cNvSpPr/>
          <p:nvPr/>
        </p:nvSpPr>
        <p:spPr>
          <a:xfrm>
            <a:off x="8895976" y="745734"/>
            <a:ext cx="2438400" cy="1942316"/>
          </a:xfrm>
          <a:prstGeom prst="irregularSeal1">
            <a:avLst/>
          </a:prstGeom>
          <a:solidFill>
            <a:schemeClr val="lt1"/>
          </a:solidFill>
          <a:ln w="28575"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0" i="0" u="none" strike="noStrike" cap="none">
                <a:solidFill>
                  <a:schemeClr val="dk1"/>
                </a:solidFill>
                <a:latin typeface="Calibri"/>
                <a:ea typeface="Calibri"/>
                <a:cs typeface="Calibri"/>
                <a:sym typeface="Calibri"/>
              </a:rPr>
              <a:t>Data Architecture</a:t>
            </a:r>
            <a:endParaRPr/>
          </a:p>
        </p:txBody>
      </p:sp>
      <p:sp>
        <p:nvSpPr>
          <p:cNvPr id="70" name="Google Shape;70;p5"/>
          <p:cNvSpPr/>
          <p:nvPr/>
        </p:nvSpPr>
        <p:spPr>
          <a:xfrm>
            <a:off x="3048000" y="2012822"/>
            <a:ext cx="2438400" cy="1942316"/>
          </a:xfrm>
          <a:prstGeom prst="irregularSeal1">
            <a:avLst/>
          </a:prstGeom>
          <a:solidFill>
            <a:schemeClr val="lt1"/>
          </a:solidFill>
          <a:ln w="28575" cap="flat" cmpd="sng">
            <a:solidFill>
              <a:schemeClr val="accent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0" i="0" u="none" strike="noStrike" cap="none">
                <a:solidFill>
                  <a:schemeClr val="dk1"/>
                </a:solidFill>
                <a:latin typeface="Calibri"/>
                <a:ea typeface="Calibri"/>
                <a:cs typeface="Calibri"/>
                <a:sym typeface="Calibri"/>
              </a:rPr>
              <a:t>Data officers</a:t>
            </a:r>
            <a:endParaRPr/>
          </a:p>
        </p:txBody>
      </p:sp>
      <p:sp>
        <p:nvSpPr>
          <p:cNvPr id="71" name="Google Shape;71;p5"/>
          <p:cNvSpPr/>
          <p:nvPr/>
        </p:nvSpPr>
        <p:spPr>
          <a:xfrm>
            <a:off x="8102598" y="2637041"/>
            <a:ext cx="2438400" cy="1942316"/>
          </a:xfrm>
          <a:prstGeom prst="irregularSeal1">
            <a:avLst/>
          </a:prstGeom>
          <a:solidFill>
            <a:schemeClr val="lt1"/>
          </a:solidFill>
          <a:ln w="28575" cap="flat" cmpd="sng">
            <a:solidFill>
              <a:srgbClr val="7F6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0" i="0" u="none" strike="noStrike" cap="none">
                <a:solidFill>
                  <a:schemeClr val="dk1"/>
                </a:solidFill>
                <a:latin typeface="Calibri"/>
                <a:ea typeface="Calibri"/>
                <a:cs typeface="Calibri"/>
                <a:sym typeface="Calibri"/>
              </a:rPr>
              <a:t>Connection to source data failed</a:t>
            </a:r>
            <a:endParaRPr/>
          </a:p>
        </p:txBody>
      </p:sp>
      <p:sp>
        <p:nvSpPr>
          <p:cNvPr id="72" name="Google Shape;72;p5"/>
          <p:cNvSpPr/>
          <p:nvPr/>
        </p:nvSpPr>
        <p:spPr>
          <a:xfrm>
            <a:off x="9224681" y="4519383"/>
            <a:ext cx="2438400" cy="1942316"/>
          </a:xfrm>
          <a:prstGeom prst="irregularSeal1">
            <a:avLst/>
          </a:prstGeom>
          <a:solidFill>
            <a:schemeClr val="lt1"/>
          </a:solidFill>
          <a:ln w="28575" cap="flat" cmpd="sng">
            <a:solidFill>
              <a:srgbClr val="0C0C0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0" i="0" u="none" strike="noStrike" cap="none">
                <a:solidFill>
                  <a:schemeClr val="dk1"/>
                </a:solidFill>
                <a:latin typeface="Calibri"/>
                <a:ea typeface="Calibri"/>
                <a:cs typeface="Calibri"/>
                <a:sym typeface="Calibri"/>
              </a:rPr>
              <a:t>Generate pie or bar chart</a:t>
            </a:r>
            <a:endParaRPr/>
          </a:p>
        </p:txBody>
      </p:sp>
      <p:sp>
        <p:nvSpPr>
          <p:cNvPr id="73" name="Google Shape;73;p5"/>
          <p:cNvSpPr/>
          <p:nvPr/>
        </p:nvSpPr>
        <p:spPr>
          <a:xfrm>
            <a:off x="367551" y="3810000"/>
            <a:ext cx="2438400" cy="1942316"/>
          </a:xfrm>
          <a:prstGeom prst="irregularSeal1">
            <a:avLst/>
          </a:prstGeom>
          <a:solidFill>
            <a:schemeClr val="lt1"/>
          </a:solidFill>
          <a:ln w="28575" cap="flat" cmpd="sng">
            <a:solidFill>
              <a:schemeClr val="accent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0" i="0" u="none" strike="noStrike" cap="none">
                <a:solidFill>
                  <a:schemeClr val="dk1"/>
                </a:solidFill>
                <a:latin typeface="Calibri"/>
                <a:ea typeface="Calibri"/>
                <a:cs typeface="Calibri"/>
                <a:sym typeface="Calibri"/>
              </a:rPr>
              <a:t>Oh! No. That is old data</a:t>
            </a:r>
            <a:endParaRPr/>
          </a:p>
        </p:txBody>
      </p:sp>
      <p:sp>
        <p:nvSpPr>
          <p:cNvPr id="74" name="Google Shape;74;p5"/>
          <p:cNvSpPr/>
          <p:nvPr/>
        </p:nvSpPr>
        <p:spPr>
          <a:xfrm>
            <a:off x="3406588" y="4404640"/>
            <a:ext cx="2438400" cy="1942316"/>
          </a:xfrm>
          <a:prstGeom prst="irregularSeal1">
            <a:avLst/>
          </a:prstGeom>
          <a:solidFill>
            <a:schemeClr val="lt1"/>
          </a:solidFill>
          <a:ln w="28575"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0" i="0" u="none" strike="noStrike" cap="none">
                <a:solidFill>
                  <a:schemeClr val="dk1"/>
                </a:solidFill>
                <a:latin typeface="Calibri"/>
                <a:ea typeface="Calibri"/>
                <a:cs typeface="Calibri"/>
                <a:sym typeface="Calibri"/>
              </a:rPr>
              <a:t>The information is on mails – what should we do now?</a:t>
            </a:r>
            <a:endParaRPr/>
          </a:p>
        </p:txBody>
      </p:sp>
      <p:sp>
        <p:nvSpPr>
          <p:cNvPr id="75" name="Google Shape;75;p5"/>
          <p:cNvSpPr/>
          <p:nvPr/>
        </p:nvSpPr>
        <p:spPr>
          <a:xfrm>
            <a:off x="5747871" y="3429000"/>
            <a:ext cx="2438400" cy="1942316"/>
          </a:xfrm>
          <a:prstGeom prst="irregularSeal1">
            <a:avLst/>
          </a:prstGeom>
          <a:solidFill>
            <a:schemeClr val="lt1"/>
          </a:solidFill>
          <a:ln w="28575" cap="flat" cmpd="sng">
            <a:solidFill>
              <a:srgbClr val="7030A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0" i="0" u="none" strike="noStrike" cap="none">
                <a:solidFill>
                  <a:schemeClr val="dk1"/>
                </a:solidFill>
                <a:latin typeface="Calibri"/>
                <a:ea typeface="Calibri"/>
                <a:cs typeface="Calibri"/>
                <a:sym typeface="Calibri"/>
              </a:rPr>
              <a:t>Lot of nulls – what to do</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6"/>
          <p:cNvSpPr txBox="1">
            <a:spLocks noGrp="1"/>
          </p:cNvSpPr>
          <p:nvPr>
            <p:ph type="title"/>
          </p:nvPr>
        </p:nvSpPr>
        <p:spPr>
          <a:xfrm>
            <a:off x="838200" y="160569"/>
            <a:ext cx="9321800" cy="76436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3200"/>
              <a:buFont typeface="Helvetica Neue"/>
              <a:buNone/>
            </a:pPr>
            <a:r>
              <a:rPr lang="en-US"/>
              <a:t>What is Data Management?</a:t>
            </a:r>
            <a:endParaRPr/>
          </a:p>
        </p:txBody>
      </p:sp>
      <p:sp>
        <p:nvSpPr>
          <p:cNvPr id="81" name="Google Shape;81;p6"/>
          <p:cNvSpPr txBox="1"/>
          <p:nvPr/>
        </p:nvSpPr>
        <p:spPr>
          <a:xfrm>
            <a:off x="350520" y="1534160"/>
            <a:ext cx="11689080" cy="4832052"/>
          </a:xfrm>
          <a:prstGeom prst="rect">
            <a:avLst/>
          </a:prstGeom>
          <a:noFill/>
          <a:ln>
            <a:noFill/>
          </a:ln>
        </p:spPr>
        <p:txBody>
          <a:bodyPr spcFirstLastPara="1" wrap="square" lIns="91425" tIns="45700" rIns="91425" bIns="45700" anchor="t" anchorCtr="0">
            <a:spAutoFit/>
          </a:bodyPr>
          <a:lstStyle/>
          <a:p>
            <a:pPr marL="285750" marR="0" lvl="0" indent="-285750" algn="just" rtl="0">
              <a:spcBef>
                <a:spcPts val="0"/>
              </a:spcBef>
              <a:spcAft>
                <a:spcPts val="0"/>
              </a:spcAft>
              <a:buClr>
                <a:schemeClr val="dk1"/>
              </a:buClr>
              <a:buSzPts val="1800"/>
              <a:buFont typeface="Noto Sans Symbols"/>
              <a:buChar char="⮚"/>
            </a:pPr>
            <a:r>
              <a:rPr lang="en-US" sz="2200" b="0" i="0" u="none" strike="noStrike" cap="none" dirty="0">
                <a:solidFill>
                  <a:schemeClr val="dk1"/>
                </a:solidFill>
                <a:latin typeface="Helvetica Neue"/>
                <a:ea typeface="Helvetica Neue"/>
                <a:cs typeface="Helvetica Neue"/>
                <a:sym typeface="Helvetica Neue"/>
              </a:rPr>
              <a:t>Those words that you heard are in a way connected to data management</a:t>
            </a:r>
            <a:endParaRPr sz="2200" dirty="0"/>
          </a:p>
          <a:p>
            <a:pPr marL="285750" marR="0" lvl="0" indent="-171450" algn="just" rtl="0">
              <a:spcBef>
                <a:spcPts val="0"/>
              </a:spcBef>
              <a:spcAft>
                <a:spcPts val="0"/>
              </a:spcAft>
              <a:buClr>
                <a:schemeClr val="dk1"/>
              </a:buClr>
              <a:buSzPts val="1800"/>
              <a:buFont typeface="Arial"/>
              <a:buNone/>
            </a:pPr>
            <a:endParaRPr sz="2200" b="0" i="0" u="none" strike="noStrike" cap="none" dirty="0">
              <a:solidFill>
                <a:schemeClr val="dk1"/>
              </a:solidFill>
              <a:latin typeface="Helvetica Neue"/>
              <a:ea typeface="Helvetica Neue"/>
              <a:cs typeface="Helvetica Neue"/>
              <a:sym typeface="Helvetica Neue"/>
            </a:endParaRPr>
          </a:p>
          <a:p>
            <a:pPr marL="285750" marR="0" lvl="0" indent="-285750" algn="just" rtl="0">
              <a:spcBef>
                <a:spcPts val="0"/>
              </a:spcBef>
              <a:spcAft>
                <a:spcPts val="0"/>
              </a:spcAft>
              <a:buClr>
                <a:schemeClr val="dk1"/>
              </a:buClr>
              <a:buSzPts val="1800"/>
              <a:buFont typeface="Noto Sans Symbols"/>
              <a:buChar char="⮚"/>
            </a:pPr>
            <a:r>
              <a:rPr lang="en-US" sz="2200" b="0" i="0" u="none" strike="noStrike" cap="none" dirty="0">
                <a:solidFill>
                  <a:schemeClr val="dk1"/>
                </a:solidFill>
                <a:latin typeface="Helvetica Neue"/>
                <a:ea typeface="Helvetica Neue"/>
                <a:cs typeface="Helvetica Neue"/>
                <a:sym typeface="Helvetica Neue"/>
              </a:rPr>
              <a:t>Data management is the practice of ingesting, processing, securing and storing an organization’s data, where it is then utilized for strategic decision-making to improve business outcomes</a:t>
            </a:r>
            <a:endParaRPr sz="2200" dirty="0"/>
          </a:p>
          <a:p>
            <a:pPr marL="285750" marR="0" lvl="0" indent="-171450" algn="just" rtl="0">
              <a:spcBef>
                <a:spcPts val="0"/>
              </a:spcBef>
              <a:spcAft>
                <a:spcPts val="0"/>
              </a:spcAft>
              <a:buClr>
                <a:schemeClr val="dk1"/>
              </a:buClr>
              <a:buSzPts val="1800"/>
              <a:buFont typeface="Noto Sans Symbols"/>
              <a:buNone/>
            </a:pPr>
            <a:endParaRPr sz="2200" dirty="0">
              <a:solidFill>
                <a:schemeClr val="dk1"/>
              </a:solidFill>
              <a:latin typeface="Helvetica Neue"/>
              <a:ea typeface="Helvetica Neue"/>
              <a:cs typeface="Helvetica Neue"/>
              <a:sym typeface="Helvetica Neue"/>
            </a:endParaRPr>
          </a:p>
          <a:p>
            <a:pPr marL="285750" marR="0" lvl="0" indent="-285750" algn="just" rtl="0">
              <a:spcBef>
                <a:spcPts val="0"/>
              </a:spcBef>
              <a:spcAft>
                <a:spcPts val="0"/>
              </a:spcAft>
              <a:buClr>
                <a:schemeClr val="dk1"/>
              </a:buClr>
              <a:buSzPts val="1800"/>
              <a:buFont typeface="Noto Sans Symbols"/>
              <a:buChar char="⮚"/>
            </a:pPr>
            <a:r>
              <a:rPr lang="en-US" sz="2200" dirty="0">
                <a:solidFill>
                  <a:schemeClr val="dk1"/>
                </a:solidFill>
                <a:latin typeface="Helvetica Neue"/>
                <a:ea typeface="Helvetica Neue"/>
                <a:cs typeface="Helvetica Neue"/>
                <a:sym typeface="Helvetica Neue"/>
              </a:rPr>
              <a:t>What are the key words?</a:t>
            </a:r>
            <a:endParaRPr sz="2200" dirty="0"/>
          </a:p>
          <a:p>
            <a:pPr marL="285750" marR="0" lvl="0" indent="-171450" algn="just" rtl="0">
              <a:spcBef>
                <a:spcPts val="0"/>
              </a:spcBef>
              <a:spcAft>
                <a:spcPts val="0"/>
              </a:spcAft>
              <a:buClr>
                <a:schemeClr val="dk1"/>
              </a:buClr>
              <a:buSzPts val="1800"/>
              <a:buFont typeface="Noto Sans Symbols"/>
              <a:buNone/>
            </a:pPr>
            <a:endParaRPr sz="2200" dirty="0">
              <a:solidFill>
                <a:schemeClr val="dk1"/>
              </a:solidFill>
              <a:latin typeface="Helvetica Neue"/>
              <a:ea typeface="Helvetica Neue"/>
              <a:cs typeface="Helvetica Neue"/>
              <a:sym typeface="Helvetica Neue"/>
            </a:endParaRPr>
          </a:p>
          <a:p>
            <a:pPr marL="285750" marR="0" lvl="0" indent="-285750" algn="just" rtl="0">
              <a:spcBef>
                <a:spcPts val="0"/>
              </a:spcBef>
              <a:spcAft>
                <a:spcPts val="0"/>
              </a:spcAft>
              <a:buClr>
                <a:schemeClr val="dk1"/>
              </a:buClr>
              <a:buSzPts val="1800"/>
              <a:buFont typeface="Noto Sans Symbols"/>
              <a:buChar char="⮚"/>
            </a:pPr>
            <a:r>
              <a:rPr lang="en-US" sz="2200" dirty="0">
                <a:solidFill>
                  <a:schemeClr val="dk1"/>
                </a:solidFill>
                <a:latin typeface="Helvetica Neue"/>
                <a:ea typeface="Helvetica Neue"/>
                <a:cs typeface="Helvetica Neue"/>
                <a:sym typeface="Helvetica Neue"/>
              </a:rPr>
              <a:t>Data management is the practice of </a:t>
            </a:r>
            <a:r>
              <a:rPr lang="en-US" sz="2200" b="1" u="sng" dirty="0">
                <a:solidFill>
                  <a:schemeClr val="dk1"/>
                </a:solidFill>
                <a:latin typeface="Helvetica Neue"/>
                <a:ea typeface="Helvetica Neue"/>
                <a:cs typeface="Helvetica Neue"/>
                <a:sym typeface="Helvetica Neue"/>
              </a:rPr>
              <a:t>ingesting</a:t>
            </a:r>
            <a:r>
              <a:rPr lang="en-US" sz="2200" dirty="0">
                <a:solidFill>
                  <a:schemeClr val="dk1"/>
                </a:solidFill>
                <a:latin typeface="Helvetica Neue"/>
                <a:ea typeface="Helvetica Neue"/>
                <a:cs typeface="Helvetica Neue"/>
                <a:sym typeface="Helvetica Neue"/>
              </a:rPr>
              <a:t>, </a:t>
            </a:r>
            <a:r>
              <a:rPr lang="en-US" sz="2200" b="1" u="sng" dirty="0">
                <a:solidFill>
                  <a:schemeClr val="dk1"/>
                </a:solidFill>
                <a:latin typeface="Helvetica Neue"/>
                <a:ea typeface="Helvetica Neue"/>
                <a:cs typeface="Helvetica Neue"/>
                <a:sym typeface="Helvetica Neue"/>
              </a:rPr>
              <a:t>processing</a:t>
            </a:r>
            <a:r>
              <a:rPr lang="en-US" sz="2200" dirty="0">
                <a:solidFill>
                  <a:schemeClr val="dk1"/>
                </a:solidFill>
                <a:latin typeface="Helvetica Neue"/>
                <a:ea typeface="Helvetica Neue"/>
                <a:cs typeface="Helvetica Neue"/>
                <a:sym typeface="Helvetica Neue"/>
              </a:rPr>
              <a:t>, </a:t>
            </a:r>
            <a:r>
              <a:rPr lang="en-US" sz="2200" b="1" u="sng" dirty="0">
                <a:solidFill>
                  <a:schemeClr val="dk1"/>
                </a:solidFill>
                <a:latin typeface="Helvetica Neue"/>
                <a:ea typeface="Helvetica Neue"/>
                <a:cs typeface="Helvetica Neue"/>
                <a:sym typeface="Helvetica Neue"/>
              </a:rPr>
              <a:t>securing</a:t>
            </a:r>
            <a:r>
              <a:rPr lang="en-US" sz="2200" dirty="0">
                <a:solidFill>
                  <a:schemeClr val="dk1"/>
                </a:solidFill>
                <a:latin typeface="Helvetica Neue"/>
                <a:ea typeface="Helvetica Neue"/>
                <a:cs typeface="Helvetica Neue"/>
                <a:sym typeface="Helvetica Neue"/>
              </a:rPr>
              <a:t> and </a:t>
            </a:r>
            <a:r>
              <a:rPr lang="en-US" sz="2200" b="1" u="sng" dirty="0">
                <a:solidFill>
                  <a:schemeClr val="dk1"/>
                </a:solidFill>
                <a:latin typeface="Helvetica Neue"/>
                <a:ea typeface="Helvetica Neue"/>
                <a:cs typeface="Helvetica Neue"/>
                <a:sym typeface="Helvetica Neue"/>
              </a:rPr>
              <a:t>storing</a:t>
            </a:r>
            <a:r>
              <a:rPr lang="en-US" sz="2200" dirty="0">
                <a:solidFill>
                  <a:schemeClr val="dk1"/>
                </a:solidFill>
                <a:latin typeface="Helvetica Neue"/>
                <a:ea typeface="Helvetica Neue"/>
                <a:cs typeface="Helvetica Neue"/>
                <a:sym typeface="Helvetica Neue"/>
              </a:rPr>
              <a:t> an organization’s data,  where it is then utilized for strategic decision-making to improve business outcomes</a:t>
            </a:r>
            <a:endParaRPr sz="2200" dirty="0"/>
          </a:p>
          <a:p>
            <a:pPr marL="0" marR="0" lvl="0" indent="0" algn="just" rtl="0">
              <a:spcBef>
                <a:spcPts val="0"/>
              </a:spcBef>
              <a:spcAft>
                <a:spcPts val="0"/>
              </a:spcAft>
              <a:buNone/>
            </a:pPr>
            <a:endParaRPr sz="2200" dirty="0">
              <a:solidFill>
                <a:schemeClr val="dk1"/>
              </a:solidFill>
              <a:latin typeface="Helvetica Neue"/>
              <a:ea typeface="Helvetica Neue"/>
              <a:cs typeface="Helvetica Neue"/>
              <a:sym typeface="Helvetica Neue"/>
            </a:endParaRPr>
          </a:p>
          <a:p>
            <a:pPr marL="742950" marR="0" lvl="1" indent="-171450" algn="just" rtl="0">
              <a:spcBef>
                <a:spcPts val="0"/>
              </a:spcBef>
              <a:spcAft>
                <a:spcPts val="0"/>
              </a:spcAft>
              <a:buClr>
                <a:schemeClr val="dk1"/>
              </a:buClr>
              <a:buSzPts val="1800"/>
              <a:buFont typeface="Noto Sans Symbols"/>
              <a:buNone/>
            </a:pPr>
            <a:endParaRPr sz="2200" b="0" i="0" u="none" strike="noStrike" cap="none" dirty="0">
              <a:solidFill>
                <a:schemeClr val="dk1"/>
              </a:solidFill>
              <a:latin typeface="Helvetica Neue"/>
              <a:ea typeface="Helvetica Neue"/>
              <a:cs typeface="Helvetica Neue"/>
              <a:sym typeface="Helvetica Neue"/>
            </a:endParaRPr>
          </a:p>
          <a:p>
            <a:pPr marL="0" marR="0" lvl="0" indent="0" algn="just" rtl="0">
              <a:spcBef>
                <a:spcPts val="0"/>
              </a:spcBef>
              <a:spcAft>
                <a:spcPts val="0"/>
              </a:spcAft>
              <a:buNone/>
            </a:pPr>
            <a:endParaRPr sz="2200" dirty="0">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7"/>
          <p:cNvSpPr txBox="1">
            <a:spLocks noGrp="1"/>
          </p:cNvSpPr>
          <p:nvPr>
            <p:ph type="title"/>
          </p:nvPr>
        </p:nvSpPr>
        <p:spPr>
          <a:xfrm>
            <a:off x="838200" y="160569"/>
            <a:ext cx="9321800" cy="76436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3200"/>
              <a:buFont typeface="Helvetica Neue"/>
              <a:buNone/>
            </a:pPr>
            <a:r>
              <a:rPr lang="en-US"/>
              <a:t>Why Data Management?</a:t>
            </a:r>
            <a:endParaRPr/>
          </a:p>
        </p:txBody>
      </p:sp>
      <p:sp>
        <p:nvSpPr>
          <p:cNvPr id="87" name="Google Shape;87;p7"/>
          <p:cNvSpPr/>
          <p:nvPr/>
        </p:nvSpPr>
        <p:spPr>
          <a:xfrm>
            <a:off x="152400" y="1227369"/>
            <a:ext cx="3733800" cy="991312"/>
          </a:xfrm>
          <a:prstGeom prst="rect">
            <a:avLst/>
          </a:prstGeom>
          <a:gradFill>
            <a:gsLst>
              <a:gs pos="0">
                <a:srgbClr val="B4D4A5"/>
              </a:gs>
              <a:gs pos="50000">
                <a:srgbClr val="A8CD97"/>
              </a:gs>
              <a:gs pos="100000">
                <a:srgbClr val="9BC985"/>
              </a:gs>
            </a:gsLst>
            <a:lin ang="5400000" scaled="0"/>
          </a:gradFill>
          <a:ln w="9525" cap="flat" cmpd="sng">
            <a:solidFill>
              <a:schemeClr val="accent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a:solidFill>
                  <a:schemeClr val="dk1"/>
                </a:solidFill>
                <a:latin typeface="Calibri"/>
                <a:ea typeface="Calibri"/>
                <a:cs typeface="Calibri"/>
                <a:sym typeface="Calibri"/>
              </a:rPr>
              <a:t>Growth of Big Data</a:t>
            </a:r>
            <a:endParaRPr/>
          </a:p>
        </p:txBody>
      </p:sp>
      <p:sp>
        <p:nvSpPr>
          <p:cNvPr id="88" name="Google Shape;88;p7"/>
          <p:cNvSpPr/>
          <p:nvPr/>
        </p:nvSpPr>
        <p:spPr>
          <a:xfrm>
            <a:off x="129988" y="2617534"/>
            <a:ext cx="3733800" cy="991312"/>
          </a:xfrm>
          <a:prstGeom prst="rect">
            <a:avLst/>
          </a:prstGeom>
          <a:gradFill>
            <a:gsLst>
              <a:gs pos="0">
                <a:srgbClr val="B4D4A5"/>
              </a:gs>
              <a:gs pos="50000">
                <a:srgbClr val="A8CD97"/>
              </a:gs>
              <a:gs pos="100000">
                <a:srgbClr val="9BC985"/>
              </a:gs>
            </a:gsLst>
            <a:lin ang="5400000" scaled="0"/>
          </a:gradFill>
          <a:ln w="9525" cap="flat" cmpd="sng">
            <a:solidFill>
              <a:schemeClr val="accent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a:solidFill>
                  <a:schemeClr val="dk1"/>
                </a:solidFill>
                <a:latin typeface="Calibri"/>
                <a:ea typeface="Calibri"/>
                <a:cs typeface="Calibri"/>
                <a:sym typeface="Calibri"/>
              </a:rPr>
              <a:t>Increasing and changing priorities</a:t>
            </a:r>
            <a:endParaRPr/>
          </a:p>
        </p:txBody>
      </p:sp>
      <p:sp>
        <p:nvSpPr>
          <p:cNvPr id="89" name="Google Shape;89;p7"/>
          <p:cNvSpPr/>
          <p:nvPr/>
        </p:nvSpPr>
        <p:spPr>
          <a:xfrm>
            <a:off x="152400" y="4007699"/>
            <a:ext cx="3733800" cy="991312"/>
          </a:xfrm>
          <a:prstGeom prst="rect">
            <a:avLst/>
          </a:prstGeom>
          <a:gradFill>
            <a:gsLst>
              <a:gs pos="0">
                <a:srgbClr val="B4D4A5"/>
              </a:gs>
              <a:gs pos="50000">
                <a:srgbClr val="A8CD97"/>
              </a:gs>
              <a:gs pos="100000">
                <a:srgbClr val="9BC985"/>
              </a:gs>
            </a:gsLst>
            <a:lin ang="5400000" scaled="0"/>
          </a:gradFill>
          <a:ln w="9525" cap="flat" cmpd="sng">
            <a:solidFill>
              <a:schemeClr val="accent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a:solidFill>
                  <a:schemeClr val="dk1"/>
                </a:solidFill>
                <a:latin typeface="Calibri"/>
                <a:ea typeface="Calibri"/>
                <a:cs typeface="Calibri"/>
                <a:sym typeface="Calibri"/>
              </a:rPr>
              <a:t>Improve Business Outcomes</a:t>
            </a:r>
            <a:endParaRPr/>
          </a:p>
        </p:txBody>
      </p:sp>
      <p:sp>
        <p:nvSpPr>
          <p:cNvPr id="90" name="Google Shape;90;p7"/>
          <p:cNvSpPr txBox="1"/>
          <p:nvPr/>
        </p:nvSpPr>
        <p:spPr>
          <a:xfrm>
            <a:off x="3810000" y="1289795"/>
            <a:ext cx="7620000" cy="923330"/>
          </a:xfrm>
          <a:prstGeom prst="rect">
            <a:avLst/>
          </a:prstGeom>
          <a:solidFill>
            <a:schemeClr val="lt1"/>
          </a:solidFill>
          <a:ln w="12700" cap="flat" cmpd="sng">
            <a:solidFill>
              <a:schemeClr val="accent6"/>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1800" dirty="0">
                <a:solidFill>
                  <a:schemeClr val="dk1"/>
                </a:solidFill>
                <a:latin typeface="Calibri"/>
                <a:ea typeface="Calibri"/>
                <a:cs typeface="Calibri"/>
                <a:sym typeface="Calibri"/>
              </a:rPr>
              <a:t>Over the last decade, developments within hybrid cloud, artificial intelligence, the Internet of Things (IoT), and edge computing have led to the exponential growth of big data creating even more complexity for enterprises to manage</a:t>
            </a:r>
            <a:endParaRPr dirty="0"/>
          </a:p>
        </p:txBody>
      </p:sp>
      <p:sp>
        <p:nvSpPr>
          <p:cNvPr id="91" name="Google Shape;91;p7"/>
          <p:cNvSpPr txBox="1"/>
          <p:nvPr/>
        </p:nvSpPr>
        <p:spPr>
          <a:xfrm>
            <a:off x="3810000" y="2651525"/>
            <a:ext cx="7620000" cy="923330"/>
          </a:xfrm>
          <a:prstGeom prst="rect">
            <a:avLst/>
          </a:prstGeom>
          <a:solidFill>
            <a:schemeClr val="lt1"/>
          </a:solidFill>
          <a:ln w="12700" cap="flat" cmpd="sng">
            <a:solidFill>
              <a:schemeClr val="accent6"/>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1800" dirty="0">
                <a:solidFill>
                  <a:schemeClr val="dk1"/>
                </a:solidFill>
                <a:latin typeface="Calibri"/>
                <a:ea typeface="Calibri"/>
                <a:cs typeface="Calibri"/>
                <a:sym typeface="Calibri"/>
              </a:rPr>
              <a:t>A data management discipline within an organization has become an increasing priority as this growth has created significant challenges, such as data silos, security risks, and general bottlenecks to decision-making</a:t>
            </a:r>
            <a:endParaRPr dirty="0"/>
          </a:p>
        </p:txBody>
      </p:sp>
      <p:sp>
        <p:nvSpPr>
          <p:cNvPr id="92" name="Google Shape;92;p7"/>
          <p:cNvSpPr txBox="1"/>
          <p:nvPr/>
        </p:nvSpPr>
        <p:spPr>
          <a:xfrm>
            <a:off x="3810000" y="4041690"/>
            <a:ext cx="7620000" cy="923330"/>
          </a:xfrm>
          <a:prstGeom prst="rect">
            <a:avLst/>
          </a:prstGeom>
          <a:solidFill>
            <a:schemeClr val="lt1"/>
          </a:solidFill>
          <a:ln w="12700" cap="flat" cmpd="sng">
            <a:solidFill>
              <a:schemeClr val="accent6"/>
            </a:solidFill>
            <a:prstDash val="solid"/>
            <a:miter lim="800000"/>
            <a:headEnd type="none" w="sm" len="sm"/>
            <a:tailEnd type="none" w="sm" len="sm"/>
          </a:ln>
        </p:spPr>
        <p:txBody>
          <a:bodyPr spcFirstLastPara="1" wrap="square" lIns="91425" tIns="45700" rIns="91425" bIns="45700" anchor="t" anchorCtr="0">
            <a:spAutoFit/>
          </a:bodyPr>
          <a:lstStyle/>
          <a:p>
            <a:pPr marL="0" marR="0" lvl="1" indent="0" algn="just" rtl="0">
              <a:spcBef>
                <a:spcPts val="0"/>
              </a:spcBef>
              <a:spcAft>
                <a:spcPts val="0"/>
              </a:spcAft>
              <a:buNone/>
            </a:pPr>
            <a:r>
              <a:rPr lang="en-US" sz="1800" b="0" i="0" u="none" strike="noStrike" cap="none" dirty="0">
                <a:solidFill>
                  <a:schemeClr val="dk1"/>
                </a:solidFill>
                <a:latin typeface="Calibri"/>
                <a:ea typeface="Calibri"/>
                <a:cs typeface="Calibri"/>
                <a:sym typeface="Calibri"/>
              </a:rPr>
              <a:t>Need clean interactive data for business insights and improve the business outcomes</a:t>
            </a:r>
            <a:endParaRPr dirty="0"/>
          </a:p>
          <a:p>
            <a:pPr marL="457200" marR="0" lvl="1" indent="0" algn="just" rtl="0">
              <a:spcBef>
                <a:spcPts val="0"/>
              </a:spcBef>
              <a:spcAft>
                <a:spcPts val="0"/>
              </a:spcAft>
              <a:buNone/>
            </a:pPr>
            <a:endParaRPr sz="1800" b="0" i="0" u="none" strike="noStrike" cap="none" dirty="0">
              <a:solidFill>
                <a:schemeClr val="dk1"/>
              </a:solidFill>
              <a:latin typeface="Calibri"/>
              <a:ea typeface="Calibri"/>
              <a:cs typeface="Calibri"/>
              <a:sym typeface="Calibri"/>
            </a:endParaRPr>
          </a:p>
        </p:txBody>
      </p:sp>
      <p:sp>
        <p:nvSpPr>
          <p:cNvPr id="93" name="Google Shape;93;p7"/>
          <p:cNvSpPr/>
          <p:nvPr/>
        </p:nvSpPr>
        <p:spPr>
          <a:xfrm>
            <a:off x="3352800" y="5363873"/>
            <a:ext cx="3733800" cy="991312"/>
          </a:xfrm>
          <a:prstGeom prst="rect">
            <a:avLst/>
          </a:prstGeom>
          <a:gradFill>
            <a:gsLst>
              <a:gs pos="0">
                <a:srgbClr val="FFDC9B"/>
              </a:gs>
              <a:gs pos="50000">
                <a:srgbClr val="FFD68D"/>
              </a:gs>
              <a:gs pos="100000">
                <a:srgbClr val="FFD478"/>
              </a:gs>
            </a:gsLst>
            <a:lin ang="5400000" scaled="0"/>
          </a:gradFill>
          <a:ln w="9525" cap="flat" cmpd="sng">
            <a:solidFill>
              <a:schemeClr val="accent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a:solidFill>
                  <a:schemeClr val="dk1"/>
                </a:solidFill>
                <a:latin typeface="Calibri"/>
                <a:ea typeface="Calibri"/>
                <a:cs typeface="Calibri"/>
                <a:sym typeface="Calibri"/>
              </a:rPr>
              <a:t>Why DM for ML????</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8"/>
          <p:cNvSpPr txBox="1">
            <a:spLocks noGrp="1"/>
          </p:cNvSpPr>
          <p:nvPr>
            <p:ph type="title"/>
          </p:nvPr>
        </p:nvSpPr>
        <p:spPr>
          <a:xfrm>
            <a:off x="230209" y="160569"/>
            <a:ext cx="9321800" cy="764364"/>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lt1"/>
              </a:buClr>
              <a:buSzPct val="100000"/>
              <a:buFont typeface="Helvetica Neue"/>
              <a:buNone/>
            </a:pPr>
            <a:r>
              <a:rPr lang="en-US"/>
              <a:t>Relationship between Data and ML Pipelines	</a:t>
            </a:r>
            <a:endParaRPr/>
          </a:p>
        </p:txBody>
      </p:sp>
      <p:sp>
        <p:nvSpPr>
          <p:cNvPr id="99" name="Google Shape;99;p8"/>
          <p:cNvSpPr/>
          <p:nvPr/>
        </p:nvSpPr>
        <p:spPr>
          <a:xfrm>
            <a:off x="230209" y="1488141"/>
            <a:ext cx="2208191" cy="591671"/>
          </a:xfrm>
          <a:prstGeom prst="rect">
            <a:avLst/>
          </a:prstGeom>
          <a:solidFill>
            <a:srgbClr val="D8E2F3"/>
          </a:solidFill>
          <a:ln>
            <a:noFill/>
          </a:ln>
          <a:effectLst>
            <a:outerShdw blurRad="57150" dist="19050" dir="5400000" algn="ctr" rotWithShape="0">
              <a:srgbClr val="000000">
                <a:alpha val="6274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Calibri"/>
                <a:ea typeface="Calibri"/>
                <a:cs typeface="Calibri"/>
                <a:sym typeface="Calibri"/>
              </a:rPr>
              <a:t>Interests</a:t>
            </a:r>
            <a:endParaRPr/>
          </a:p>
        </p:txBody>
      </p:sp>
      <p:sp>
        <p:nvSpPr>
          <p:cNvPr id="100" name="Google Shape;100;p8"/>
          <p:cNvSpPr/>
          <p:nvPr/>
        </p:nvSpPr>
        <p:spPr>
          <a:xfrm>
            <a:off x="3941597" y="1023544"/>
            <a:ext cx="6618827" cy="591671"/>
          </a:xfrm>
          <a:prstGeom prst="rect">
            <a:avLst/>
          </a:prstGeom>
          <a:solidFill>
            <a:srgbClr val="B3C6E7"/>
          </a:solidFill>
          <a:ln w="9525" cap="flat" cmpd="sng">
            <a:solidFill>
              <a:schemeClr val="accent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Calibri"/>
                <a:ea typeface="Calibri"/>
                <a:cs typeface="Calibri"/>
                <a:sym typeface="Calibri"/>
              </a:rPr>
              <a:t>Data Used to construct the models</a:t>
            </a:r>
            <a:endParaRPr/>
          </a:p>
        </p:txBody>
      </p:sp>
      <p:sp>
        <p:nvSpPr>
          <p:cNvPr id="101" name="Google Shape;101;p8"/>
          <p:cNvSpPr/>
          <p:nvPr/>
        </p:nvSpPr>
        <p:spPr>
          <a:xfrm>
            <a:off x="3941597" y="2054485"/>
            <a:ext cx="6618827" cy="591671"/>
          </a:xfrm>
          <a:prstGeom prst="rect">
            <a:avLst/>
          </a:prstGeom>
          <a:solidFill>
            <a:srgbClr val="B3C6E7"/>
          </a:solidFill>
          <a:ln w="9525" cap="flat" cmpd="sng">
            <a:solidFill>
              <a:schemeClr val="accent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Calibri"/>
                <a:ea typeface="Calibri"/>
                <a:cs typeface="Calibri"/>
                <a:sym typeface="Calibri"/>
              </a:rPr>
              <a:t>Processing pipelines that takes data and transforms into models</a:t>
            </a:r>
            <a:endParaRPr/>
          </a:p>
        </p:txBody>
      </p:sp>
      <p:cxnSp>
        <p:nvCxnSpPr>
          <p:cNvPr id="102" name="Google Shape;102;p8"/>
          <p:cNvCxnSpPr>
            <a:stCxn id="99" idx="3"/>
            <a:endCxn id="100" idx="1"/>
          </p:cNvCxnSpPr>
          <p:nvPr/>
        </p:nvCxnSpPr>
        <p:spPr>
          <a:xfrm rot="10800000" flipH="1">
            <a:off x="2438400" y="1319277"/>
            <a:ext cx="1503300" cy="464700"/>
          </a:xfrm>
          <a:prstGeom prst="curvedConnector3">
            <a:avLst>
              <a:gd name="adj1" fmla="val 50000"/>
            </a:avLst>
          </a:prstGeom>
          <a:noFill/>
          <a:ln w="9525" cap="flat" cmpd="sng">
            <a:solidFill>
              <a:schemeClr val="accent1"/>
            </a:solidFill>
            <a:prstDash val="solid"/>
            <a:miter lim="800000"/>
            <a:headEnd type="none" w="sm" len="sm"/>
            <a:tailEnd type="none" w="sm" len="sm"/>
          </a:ln>
        </p:spPr>
      </p:cxnSp>
      <p:cxnSp>
        <p:nvCxnSpPr>
          <p:cNvPr id="103" name="Google Shape;103;p8"/>
          <p:cNvCxnSpPr>
            <a:stCxn id="99" idx="3"/>
            <a:endCxn id="101" idx="1"/>
          </p:cNvCxnSpPr>
          <p:nvPr/>
        </p:nvCxnSpPr>
        <p:spPr>
          <a:xfrm>
            <a:off x="2438400" y="1783977"/>
            <a:ext cx="1503300" cy="566400"/>
          </a:xfrm>
          <a:prstGeom prst="curvedConnector3">
            <a:avLst>
              <a:gd name="adj1" fmla="val 50000"/>
            </a:avLst>
          </a:prstGeom>
          <a:noFill/>
          <a:ln w="9525" cap="flat" cmpd="sng">
            <a:solidFill>
              <a:schemeClr val="accent1"/>
            </a:solidFill>
            <a:prstDash val="solid"/>
            <a:miter lim="800000"/>
            <a:headEnd type="none" w="sm" len="sm"/>
            <a:tailEnd type="none" w="sm" len="sm"/>
          </a:ln>
        </p:spPr>
      </p:cxnSp>
      <p:sp>
        <p:nvSpPr>
          <p:cNvPr id="104" name="Google Shape;104;p8"/>
          <p:cNvSpPr txBox="1"/>
          <p:nvPr/>
        </p:nvSpPr>
        <p:spPr>
          <a:xfrm>
            <a:off x="358588" y="2916664"/>
            <a:ext cx="11403106" cy="397031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Calibri"/>
                <a:ea typeface="Calibri"/>
                <a:cs typeface="Calibri"/>
                <a:sym typeface="Calibri"/>
              </a:rPr>
              <a:t>What is a ML System?</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Essentially a data processing pipeline? Yes</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What is the purpose of ML System?</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Extract usable and repeatable insights of data? Yes</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How is this different from traditional log processing or analysis pipelines?</a:t>
            </a:r>
            <a:endParaRPr/>
          </a:p>
          <a:p>
            <a:pPr marL="285750" marR="0" lvl="0" indent="-285750" algn="l" rtl="0">
              <a:spcBef>
                <a:spcPts val="0"/>
              </a:spcBef>
              <a:spcAft>
                <a:spcPts val="0"/>
              </a:spcAft>
              <a:buClr>
                <a:schemeClr val="dk1"/>
              </a:buClr>
              <a:buSzPts val="1800"/>
              <a:buFont typeface="Noto Sans Symbols"/>
              <a:buChar char="⮚"/>
            </a:pPr>
            <a:r>
              <a:rPr lang="en-US" sz="1800">
                <a:solidFill>
                  <a:schemeClr val="dk1"/>
                </a:solidFill>
                <a:latin typeface="Calibri"/>
                <a:ea typeface="Calibri"/>
                <a:cs typeface="Calibri"/>
                <a:sym typeface="Calibri"/>
              </a:rPr>
              <a:t>ML systems’ success are hard to measure</a:t>
            </a:r>
            <a:endParaRPr/>
          </a:p>
          <a:p>
            <a:pPr marL="285750" marR="0" lvl="0" indent="-285750" algn="l" rtl="0">
              <a:spcBef>
                <a:spcPts val="0"/>
              </a:spcBef>
              <a:spcAft>
                <a:spcPts val="0"/>
              </a:spcAft>
              <a:buClr>
                <a:schemeClr val="dk1"/>
              </a:buClr>
              <a:buSzPts val="1800"/>
              <a:buFont typeface="Noto Sans Symbols"/>
              <a:buChar char="⮚"/>
            </a:pPr>
            <a:r>
              <a:rPr lang="en-US" sz="1800">
                <a:solidFill>
                  <a:schemeClr val="dk1"/>
                </a:solidFill>
                <a:latin typeface="Calibri"/>
                <a:ea typeface="Calibri"/>
                <a:cs typeface="Calibri"/>
                <a:sym typeface="Calibri"/>
              </a:rPr>
              <a:t>Detection of failures are difficult</a:t>
            </a:r>
            <a:endParaRPr/>
          </a:p>
          <a:p>
            <a:pPr marL="285750" marR="0" lvl="0" indent="-285750" algn="l" rtl="0">
              <a:spcBef>
                <a:spcPts val="0"/>
              </a:spcBef>
              <a:spcAft>
                <a:spcPts val="0"/>
              </a:spcAft>
              <a:buClr>
                <a:schemeClr val="dk1"/>
              </a:buClr>
              <a:buSzPts val="1800"/>
              <a:buFont typeface="Noto Sans Symbols"/>
              <a:buChar char="⮚"/>
            </a:pPr>
            <a:r>
              <a:rPr lang="en-US" sz="1800">
                <a:solidFill>
                  <a:schemeClr val="dk1"/>
                </a:solidFill>
                <a:latin typeface="Calibri"/>
                <a:ea typeface="Calibri"/>
                <a:cs typeface="Calibri"/>
                <a:sym typeface="Calibri"/>
              </a:rPr>
              <a:t>Depends fully on underlying data (management) systems in terms of</a:t>
            </a:r>
            <a:endParaRPr/>
          </a:p>
          <a:p>
            <a:pPr marL="742950" marR="0" lvl="1" indent="-285750" algn="l" rtl="0">
              <a:spcBef>
                <a:spcPts val="0"/>
              </a:spcBef>
              <a:spcAft>
                <a:spcPts val="0"/>
              </a:spcAft>
              <a:buClr>
                <a:schemeClr val="dk1"/>
              </a:buClr>
              <a:buSzPts val="1800"/>
              <a:buFont typeface="Noto Sans Symbols"/>
              <a:buChar char="✔"/>
            </a:pPr>
            <a:r>
              <a:rPr lang="en-US" sz="1800" b="0" i="0" u="none" strike="noStrike" cap="none">
                <a:solidFill>
                  <a:schemeClr val="dk1"/>
                </a:solidFill>
                <a:latin typeface="Calibri"/>
                <a:ea typeface="Calibri"/>
                <a:cs typeface="Calibri"/>
                <a:sym typeface="Calibri"/>
              </a:rPr>
              <a:t>Structure</a:t>
            </a:r>
            <a:endParaRPr/>
          </a:p>
          <a:p>
            <a:pPr marL="742950" marR="0" lvl="1" indent="-285750" algn="l" rtl="0">
              <a:spcBef>
                <a:spcPts val="0"/>
              </a:spcBef>
              <a:spcAft>
                <a:spcPts val="0"/>
              </a:spcAft>
              <a:buClr>
                <a:schemeClr val="dk1"/>
              </a:buClr>
              <a:buSzPts val="1800"/>
              <a:buFont typeface="Noto Sans Symbols"/>
              <a:buChar char="✔"/>
            </a:pPr>
            <a:r>
              <a:rPr lang="en-US" sz="1800" b="0" i="0" u="none" strike="noStrike" cap="none">
                <a:solidFill>
                  <a:schemeClr val="dk1"/>
                </a:solidFill>
                <a:latin typeface="Calibri"/>
                <a:ea typeface="Calibri"/>
                <a:cs typeface="Calibri"/>
                <a:sym typeface="Calibri"/>
              </a:rPr>
              <a:t>Performance</a:t>
            </a:r>
            <a:endParaRPr/>
          </a:p>
          <a:p>
            <a:pPr marL="742950" marR="0" lvl="1" indent="-285750" algn="l" rtl="0">
              <a:spcBef>
                <a:spcPts val="0"/>
              </a:spcBef>
              <a:spcAft>
                <a:spcPts val="0"/>
              </a:spcAft>
              <a:buClr>
                <a:schemeClr val="dk1"/>
              </a:buClr>
              <a:buSzPts val="1800"/>
              <a:buFont typeface="Noto Sans Symbols"/>
              <a:buChar char="✔"/>
            </a:pPr>
            <a:r>
              <a:rPr lang="en-US" sz="1800" b="0" i="0" u="none" strike="noStrike" cap="none">
                <a:solidFill>
                  <a:schemeClr val="dk1"/>
                </a:solidFill>
                <a:latin typeface="Calibri"/>
                <a:ea typeface="Calibri"/>
                <a:cs typeface="Calibri"/>
                <a:sym typeface="Calibri"/>
              </a:rPr>
              <a:t>Accuracy</a:t>
            </a:r>
            <a:endParaRPr/>
          </a:p>
          <a:p>
            <a:pPr marL="742950" marR="0" lvl="1" indent="-285750" algn="l" rtl="0">
              <a:spcBef>
                <a:spcPts val="0"/>
              </a:spcBef>
              <a:spcAft>
                <a:spcPts val="0"/>
              </a:spcAft>
              <a:buClr>
                <a:schemeClr val="dk1"/>
              </a:buClr>
              <a:buSzPts val="1800"/>
              <a:buFont typeface="Noto Sans Symbols"/>
              <a:buChar char="✔"/>
            </a:pPr>
            <a:r>
              <a:rPr lang="en-US" sz="1800" b="0" i="0" u="none" strike="noStrike" cap="none">
                <a:solidFill>
                  <a:schemeClr val="dk1"/>
                </a:solidFill>
                <a:latin typeface="Calibri"/>
                <a:ea typeface="Calibri"/>
                <a:cs typeface="Calibri"/>
                <a:sym typeface="Calibri"/>
              </a:rPr>
              <a:t>Reliability</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4">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4">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4">
                                            <p:txEl>
                                              <p:pRg st="2" end="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04">
                                            <p:txEl>
                                              <p:pRg st="3" end="3"/>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04">
                                            <p:txEl>
                                              <p:pRg st="4" end="4"/>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04">
                                            <p:txEl>
                                              <p:pRg st="5" end="5"/>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04">
                                            <p:txEl>
                                              <p:pRg st="6" end="6"/>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04">
                                            <p:txEl>
                                              <p:pRg st="7" end="7"/>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04">
                                            <p:txEl>
                                              <p:pRg st="8" end="8"/>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04">
                                            <p:txEl>
                                              <p:pRg st="9" end="9"/>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04">
                                            <p:txEl>
                                              <p:pRg st="10" end="10"/>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104">
                                            <p:txEl>
                                              <p:pRg st="11" end="11"/>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104">
                                            <p:txEl>
                                              <p:pRg st="12" end="12"/>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104">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9"/>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p>
            <a:pPr marL="0" lvl="0" indent="0" algn="r" rtl="0">
              <a:lnSpc>
                <a:spcPct val="90000"/>
              </a:lnSpc>
              <a:spcBef>
                <a:spcPts val="0"/>
              </a:spcBef>
              <a:spcAft>
                <a:spcPts val="0"/>
              </a:spcAft>
              <a:buClr>
                <a:srgbClr val="150860"/>
              </a:buClr>
              <a:buSzPts val="5400"/>
              <a:buFont typeface="Helvetica Neue"/>
              <a:buNone/>
            </a:pPr>
            <a:r>
              <a:rPr lang="en-US"/>
              <a:t>Formats of Data</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0"/>
          <p:cNvSpPr txBox="1">
            <a:spLocks noGrp="1"/>
          </p:cNvSpPr>
          <p:nvPr>
            <p:ph type="title"/>
          </p:nvPr>
        </p:nvSpPr>
        <p:spPr>
          <a:xfrm>
            <a:off x="838200" y="160569"/>
            <a:ext cx="9321800" cy="76436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3200"/>
              <a:buFont typeface="Helvetica Neue"/>
              <a:buNone/>
            </a:pPr>
            <a:r>
              <a:rPr lang="en-US"/>
              <a:t>Overview</a:t>
            </a:r>
            <a:endParaRPr/>
          </a:p>
        </p:txBody>
      </p:sp>
      <p:grpSp>
        <p:nvGrpSpPr>
          <p:cNvPr id="115" name="Google Shape;115;p10"/>
          <p:cNvGrpSpPr/>
          <p:nvPr/>
        </p:nvGrpSpPr>
        <p:grpSpPr>
          <a:xfrm>
            <a:off x="228600" y="1297226"/>
            <a:ext cx="3675974" cy="4740513"/>
            <a:chOff x="0" y="154226"/>
            <a:chExt cx="3675974" cy="4740513"/>
          </a:xfrm>
        </p:grpSpPr>
        <p:sp>
          <p:nvSpPr>
            <p:cNvPr id="116" name="Google Shape;116;p10"/>
            <p:cNvSpPr/>
            <p:nvPr/>
          </p:nvSpPr>
          <p:spPr>
            <a:xfrm>
              <a:off x="1670081" y="2584431"/>
              <a:ext cx="234922" cy="2055621"/>
            </a:xfrm>
            <a:custGeom>
              <a:avLst/>
              <a:gdLst/>
              <a:ahLst/>
              <a:cxnLst/>
              <a:rect l="l" t="t" r="r" b="b"/>
              <a:pathLst>
                <a:path w="120000" h="120000" extrusionOk="0">
                  <a:moveTo>
                    <a:pt x="0" y="0"/>
                  </a:moveTo>
                  <a:lnTo>
                    <a:pt x="34691" y="0"/>
                  </a:lnTo>
                  <a:lnTo>
                    <a:pt x="34691" y="120000"/>
                  </a:lnTo>
                  <a:lnTo>
                    <a:pt x="120000" y="120000"/>
                  </a:lnTo>
                </a:path>
              </a:pathLst>
            </a:custGeom>
            <a:noFill/>
            <a:ln w="12700" cap="flat" cmpd="sng">
              <a:solidFill>
                <a:schemeClr val="accent6"/>
              </a:solidFill>
              <a:prstDash val="solid"/>
              <a:miter lim="800000"/>
              <a:headEnd type="none" w="sm" len="sm"/>
              <a:tailEnd type="none" w="sm" len="sm"/>
            </a:ln>
          </p:spPr>
          <p:txBody>
            <a:bodyPr/>
            <a:lstStyle/>
            <a:p>
              <a:endParaRPr lang="en-US"/>
            </a:p>
          </p:txBody>
        </p:sp>
        <p:sp>
          <p:nvSpPr>
            <p:cNvPr id="117" name="Google Shape;117;p10"/>
            <p:cNvSpPr/>
            <p:nvPr/>
          </p:nvSpPr>
          <p:spPr>
            <a:xfrm>
              <a:off x="1670081" y="2538711"/>
              <a:ext cx="335812" cy="91440"/>
            </a:xfrm>
            <a:custGeom>
              <a:avLst/>
              <a:gdLst/>
              <a:ahLst/>
              <a:cxnLst/>
              <a:rect l="l" t="t" r="r" b="b"/>
              <a:pathLst>
                <a:path w="120000" h="120000" extrusionOk="0">
                  <a:moveTo>
                    <a:pt x="0" y="60000"/>
                  </a:moveTo>
                  <a:lnTo>
                    <a:pt x="60321" y="60000"/>
                  </a:lnTo>
                  <a:lnTo>
                    <a:pt x="60321" y="118357"/>
                  </a:lnTo>
                  <a:lnTo>
                    <a:pt x="120000" y="118357"/>
                  </a:lnTo>
                </a:path>
              </a:pathLst>
            </a:custGeom>
            <a:noFill/>
            <a:ln w="12700" cap="flat" cmpd="sng">
              <a:solidFill>
                <a:schemeClr val="accent6"/>
              </a:solidFill>
              <a:prstDash val="solid"/>
              <a:miter lim="800000"/>
              <a:headEnd type="none" w="sm" len="sm"/>
              <a:tailEnd type="none" w="sm" len="sm"/>
            </a:ln>
          </p:spPr>
          <p:txBody>
            <a:bodyPr/>
            <a:lstStyle/>
            <a:p>
              <a:endParaRPr lang="en-US"/>
            </a:p>
          </p:txBody>
        </p:sp>
        <p:sp>
          <p:nvSpPr>
            <p:cNvPr id="118" name="Google Shape;118;p10"/>
            <p:cNvSpPr/>
            <p:nvPr/>
          </p:nvSpPr>
          <p:spPr>
            <a:xfrm>
              <a:off x="1670081" y="408913"/>
              <a:ext cx="234922" cy="2175517"/>
            </a:xfrm>
            <a:custGeom>
              <a:avLst/>
              <a:gdLst/>
              <a:ahLst/>
              <a:cxnLst/>
              <a:rect l="l" t="t" r="r" b="b"/>
              <a:pathLst>
                <a:path w="120000" h="120000" extrusionOk="0">
                  <a:moveTo>
                    <a:pt x="0" y="120000"/>
                  </a:moveTo>
                  <a:lnTo>
                    <a:pt x="34691" y="120000"/>
                  </a:lnTo>
                  <a:lnTo>
                    <a:pt x="34691" y="0"/>
                  </a:lnTo>
                  <a:lnTo>
                    <a:pt x="120000" y="0"/>
                  </a:lnTo>
                </a:path>
              </a:pathLst>
            </a:custGeom>
            <a:noFill/>
            <a:ln w="12700" cap="flat" cmpd="sng">
              <a:solidFill>
                <a:schemeClr val="accent6"/>
              </a:solidFill>
              <a:prstDash val="solid"/>
              <a:miter lim="800000"/>
              <a:headEnd type="none" w="sm" len="sm"/>
              <a:tailEnd type="none" w="sm" len="sm"/>
            </a:ln>
          </p:spPr>
          <p:txBody>
            <a:bodyPr/>
            <a:lstStyle/>
            <a:p>
              <a:endParaRPr lang="en-US"/>
            </a:p>
          </p:txBody>
        </p:sp>
        <p:sp>
          <p:nvSpPr>
            <p:cNvPr id="119" name="Google Shape;119;p10"/>
            <p:cNvSpPr/>
            <p:nvPr/>
          </p:nvSpPr>
          <p:spPr>
            <a:xfrm>
              <a:off x="0" y="2329744"/>
              <a:ext cx="1670081" cy="509374"/>
            </a:xfrm>
            <a:prstGeom prst="rect">
              <a:avLst/>
            </a:prstGeom>
            <a:solidFill>
              <a:schemeClr val="lt1"/>
            </a:solidFill>
            <a:ln w="12700" cap="flat" cmpd="sng">
              <a:solidFill>
                <a:schemeClr val="accent4"/>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10"/>
            <p:cNvSpPr txBox="1"/>
            <p:nvPr/>
          </p:nvSpPr>
          <p:spPr>
            <a:xfrm>
              <a:off x="0" y="2329744"/>
              <a:ext cx="1670081" cy="509374"/>
            </a:xfrm>
            <a:prstGeom prst="rect">
              <a:avLst/>
            </a:prstGeom>
            <a:noFill/>
            <a:ln>
              <a:noFill/>
            </a:ln>
          </p:spPr>
          <p:txBody>
            <a:bodyPr spcFirstLastPara="1" wrap="square" lIns="12050" tIns="12050" rIns="12050" bIns="12050" anchor="ctr" anchorCtr="0">
              <a:noAutofit/>
            </a:bodyPr>
            <a:lstStyle/>
            <a:p>
              <a:pPr marL="0" marR="0" lvl="0" indent="0" algn="ctr" rtl="0">
                <a:lnSpc>
                  <a:spcPct val="90000"/>
                </a:lnSpc>
                <a:spcBef>
                  <a:spcPts val="0"/>
                </a:spcBef>
                <a:spcAft>
                  <a:spcPts val="0"/>
                </a:spcAft>
                <a:buClr>
                  <a:schemeClr val="dk1"/>
                </a:buClr>
                <a:buSzPts val="1900"/>
                <a:buFont typeface="Calibri"/>
                <a:buNone/>
              </a:pPr>
              <a:r>
                <a:rPr lang="en-US" sz="1900">
                  <a:solidFill>
                    <a:schemeClr val="dk1"/>
                  </a:solidFill>
                  <a:latin typeface="Calibri"/>
                  <a:ea typeface="Calibri"/>
                  <a:cs typeface="Calibri"/>
                  <a:sym typeface="Calibri"/>
                </a:rPr>
                <a:t>Types</a:t>
              </a:r>
              <a:endParaRPr/>
            </a:p>
          </p:txBody>
        </p:sp>
        <p:sp>
          <p:nvSpPr>
            <p:cNvPr id="121" name="Google Shape;121;p10"/>
            <p:cNvSpPr/>
            <p:nvPr/>
          </p:nvSpPr>
          <p:spPr>
            <a:xfrm>
              <a:off x="1905004" y="154226"/>
              <a:ext cx="1670081" cy="509374"/>
            </a:xfrm>
            <a:prstGeom prst="rect">
              <a:avLst/>
            </a:prstGeom>
            <a:solidFill>
              <a:schemeClr val="lt1"/>
            </a:solidFill>
            <a:ln w="12700" cap="flat" cmpd="sng">
              <a:solidFill>
                <a:schemeClr val="accent6"/>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10"/>
            <p:cNvSpPr txBox="1"/>
            <p:nvPr/>
          </p:nvSpPr>
          <p:spPr>
            <a:xfrm>
              <a:off x="1905004" y="154226"/>
              <a:ext cx="1670081" cy="509374"/>
            </a:xfrm>
            <a:prstGeom prst="rect">
              <a:avLst/>
            </a:prstGeom>
            <a:noFill/>
            <a:ln>
              <a:noFill/>
            </a:ln>
          </p:spPr>
          <p:txBody>
            <a:bodyPr spcFirstLastPara="1" wrap="square" lIns="12050" tIns="12050" rIns="12050" bIns="12050" anchor="ctr" anchorCtr="0">
              <a:noAutofit/>
            </a:bodyPr>
            <a:lstStyle/>
            <a:p>
              <a:pPr marL="0" marR="0" lvl="0" indent="0" algn="ctr" rtl="0">
                <a:lnSpc>
                  <a:spcPct val="90000"/>
                </a:lnSpc>
                <a:spcBef>
                  <a:spcPts val="0"/>
                </a:spcBef>
                <a:spcAft>
                  <a:spcPts val="0"/>
                </a:spcAft>
                <a:buClr>
                  <a:schemeClr val="dk1"/>
                </a:buClr>
                <a:buSzPts val="1900"/>
                <a:buFont typeface="Calibri"/>
                <a:buNone/>
              </a:pPr>
              <a:r>
                <a:rPr lang="en-US" sz="1900">
                  <a:solidFill>
                    <a:schemeClr val="dk1"/>
                  </a:solidFill>
                  <a:latin typeface="Calibri"/>
                  <a:ea typeface="Calibri"/>
                  <a:cs typeface="Calibri"/>
                  <a:sym typeface="Calibri"/>
                </a:rPr>
                <a:t>Structured</a:t>
              </a:r>
              <a:endParaRPr/>
            </a:p>
          </p:txBody>
        </p:sp>
        <p:sp>
          <p:nvSpPr>
            <p:cNvPr id="123" name="Google Shape;123;p10"/>
            <p:cNvSpPr/>
            <p:nvPr/>
          </p:nvSpPr>
          <p:spPr>
            <a:xfrm>
              <a:off x="2005893" y="2374212"/>
              <a:ext cx="1670081" cy="509374"/>
            </a:xfrm>
            <a:prstGeom prst="rect">
              <a:avLst/>
            </a:prstGeom>
            <a:solidFill>
              <a:schemeClr val="lt1"/>
            </a:solidFill>
            <a:ln w="12700" cap="flat" cmpd="sng">
              <a:solidFill>
                <a:schemeClr val="accent6"/>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10"/>
            <p:cNvSpPr txBox="1"/>
            <p:nvPr/>
          </p:nvSpPr>
          <p:spPr>
            <a:xfrm>
              <a:off x="2005893" y="2374212"/>
              <a:ext cx="1670081" cy="509374"/>
            </a:xfrm>
            <a:prstGeom prst="rect">
              <a:avLst/>
            </a:prstGeom>
            <a:noFill/>
            <a:ln>
              <a:noFill/>
            </a:ln>
          </p:spPr>
          <p:txBody>
            <a:bodyPr spcFirstLastPara="1" wrap="square" lIns="12050" tIns="12050" rIns="12050" bIns="12050" anchor="ctr" anchorCtr="0">
              <a:noAutofit/>
            </a:bodyPr>
            <a:lstStyle/>
            <a:p>
              <a:pPr marL="0" marR="0" lvl="0" indent="0" algn="ctr" rtl="0">
                <a:lnSpc>
                  <a:spcPct val="90000"/>
                </a:lnSpc>
                <a:spcBef>
                  <a:spcPts val="0"/>
                </a:spcBef>
                <a:spcAft>
                  <a:spcPts val="0"/>
                </a:spcAft>
                <a:buClr>
                  <a:schemeClr val="dk1"/>
                </a:buClr>
                <a:buSzPts val="1900"/>
                <a:buFont typeface="Calibri"/>
                <a:buNone/>
              </a:pPr>
              <a:r>
                <a:rPr lang="en-US" sz="1900">
                  <a:solidFill>
                    <a:schemeClr val="dk1"/>
                  </a:solidFill>
                  <a:latin typeface="Calibri"/>
                  <a:ea typeface="Calibri"/>
                  <a:cs typeface="Calibri"/>
                  <a:sym typeface="Calibri"/>
                </a:rPr>
                <a:t>Unstructured</a:t>
              </a:r>
              <a:endParaRPr/>
            </a:p>
          </p:txBody>
        </p:sp>
        <p:sp>
          <p:nvSpPr>
            <p:cNvPr id="125" name="Google Shape;125;p10"/>
            <p:cNvSpPr/>
            <p:nvPr/>
          </p:nvSpPr>
          <p:spPr>
            <a:xfrm>
              <a:off x="1905004" y="4385365"/>
              <a:ext cx="1670081" cy="509374"/>
            </a:xfrm>
            <a:prstGeom prst="rect">
              <a:avLst/>
            </a:prstGeom>
            <a:solidFill>
              <a:schemeClr val="lt1"/>
            </a:solidFill>
            <a:ln w="12700" cap="flat" cmpd="sng">
              <a:solidFill>
                <a:schemeClr val="accent6"/>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10"/>
            <p:cNvSpPr txBox="1"/>
            <p:nvPr/>
          </p:nvSpPr>
          <p:spPr>
            <a:xfrm>
              <a:off x="1905004" y="4385365"/>
              <a:ext cx="1670081" cy="509374"/>
            </a:xfrm>
            <a:prstGeom prst="rect">
              <a:avLst/>
            </a:prstGeom>
            <a:noFill/>
            <a:ln>
              <a:noFill/>
            </a:ln>
          </p:spPr>
          <p:txBody>
            <a:bodyPr spcFirstLastPara="1" wrap="square" lIns="12050" tIns="12050" rIns="12050" bIns="12050" anchor="ctr" anchorCtr="0">
              <a:noAutofit/>
            </a:bodyPr>
            <a:lstStyle/>
            <a:p>
              <a:pPr marL="0" marR="0" lvl="0" indent="0" algn="ctr" rtl="0">
                <a:lnSpc>
                  <a:spcPct val="90000"/>
                </a:lnSpc>
                <a:spcBef>
                  <a:spcPts val="0"/>
                </a:spcBef>
                <a:spcAft>
                  <a:spcPts val="0"/>
                </a:spcAft>
                <a:buClr>
                  <a:schemeClr val="dk1"/>
                </a:buClr>
                <a:buSzPts val="1900"/>
                <a:buFont typeface="Calibri"/>
                <a:buNone/>
              </a:pPr>
              <a:r>
                <a:rPr lang="en-US" sz="1900">
                  <a:solidFill>
                    <a:schemeClr val="dk1"/>
                  </a:solidFill>
                  <a:latin typeface="Calibri"/>
                  <a:ea typeface="Calibri"/>
                  <a:cs typeface="Calibri"/>
                  <a:sym typeface="Calibri"/>
                </a:rPr>
                <a:t>Semi-Structured</a:t>
              </a:r>
              <a:endParaRPr/>
            </a:p>
          </p:txBody>
        </p:sp>
      </p:grpSp>
      <p:pic>
        <p:nvPicPr>
          <p:cNvPr id="127" name="Google Shape;127;p10"/>
          <p:cNvPicPr preferRelativeResize="0"/>
          <p:nvPr/>
        </p:nvPicPr>
        <p:blipFill rotWithShape="1">
          <a:blip r:embed="rId3">
            <a:alphaModFix/>
          </a:blip>
          <a:srcRect/>
          <a:stretch/>
        </p:blipFill>
        <p:spPr>
          <a:xfrm>
            <a:off x="4002882" y="1018108"/>
            <a:ext cx="5392736" cy="764364"/>
          </a:xfrm>
          <a:prstGeom prst="rect">
            <a:avLst/>
          </a:prstGeom>
          <a:noFill/>
          <a:ln>
            <a:noFill/>
          </a:ln>
        </p:spPr>
      </p:pic>
      <p:pic>
        <p:nvPicPr>
          <p:cNvPr id="128" name="Google Shape;128;p10" descr="News Icon Vector Art, Icons, and ..."/>
          <p:cNvPicPr preferRelativeResize="0"/>
          <p:nvPr/>
        </p:nvPicPr>
        <p:blipFill rotWithShape="1">
          <a:blip r:embed="rId4">
            <a:alphaModFix/>
          </a:blip>
          <a:srcRect/>
          <a:stretch/>
        </p:blipFill>
        <p:spPr>
          <a:xfrm>
            <a:off x="4007364" y="3185401"/>
            <a:ext cx="1039906" cy="1007979"/>
          </a:xfrm>
          <a:prstGeom prst="rect">
            <a:avLst/>
          </a:prstGeom>
          <a:noFill/>
          <a:ln>
            <a:noFill/>
          </a:ln>
        </p:spPr>
      </p:pic>
      <p:pic>
        <p:nvPicPr>
          <p:cNvPr id="129" name="Google Shape;129;p10" descr="news Icon - Free PNG &amp; SVG 3141439 ..."/>
          <p:cNvPicPr preferRelativeResize="0"/>
          <p:nvPr/>
        </p:nvPicPr>
        <p:blipFill rotWithShape="1">
          <a:blip r:embed="rId5">
            <a:alphaModFix/>
          </a:blip>
          <a:srcRect/>
          <a:stretch/>
        </p:blipFill>
        <p:spPr>
          <a:xfrm>
            <a:off x="5224463" y="3185401"/>
            <a:ext cx="1039906" cy="950661"/>
          </a:xfrm>
          <a:prstGeom prst="rect">
            <a:avLst/>
          </a:prstGeom>
          <a:noFill/>
          <a:ln>
            <a:noFill/>
          </a:ln>
        </p:spPr>
      </p:pic>
      <p:pic>
        <p:nvPicPr>
          <p:cNvPr id="130" name="Google Shape;130;p10" descr="Video icon vector download free SVG PNG - 7"/>
          <p:cNvPicPr preferRelativeResize="0"/>
          <p:nvPr/>
        </p:nvPicPr>
        <p:blipFill rotWithShape="1">
          <a:blip r:embed="rId6">
            <a:alphaModFix/>
          </a:blip>
          <a:srcRect/>
          <a:stretch/>
        </p:blipFill>
        <p:spPr>
          <a:xfrm>
            <a:off x="6360550" y="3230284"/>
            <a:ext cx="860893" cy="860893"/>
          </a:xfrm>
          <a:prstGeom prst="rect">
            <a:avLst/>
          </a:prstGeom>
          <a:noFill/>
          <a:ln>
            <a:noFill/>
          </a:ln>
        </p:spPr>
      </p:pic>
      <p:pic>
        <p:nvPicPr>
          <p:cNvPr id="131" name="Google Shape;131;p10" descr="File, file extension, text file, txt ..."/>
          <p:cNvPicPr preferRelativeResize="0"/>
          <p:nvPr/>
        </p:nvPicPr>
        <p:blipFill rotWithShape="1">
          <a:blip r:embed="rId7">
            <a:alphaModFix/>
          </a:blip>
          <a:srcRect/>
          <a:stretch/>
        </p:blipFill>
        <p:spPr>
          <a:xfrm>
            <a:off x="7349000" y="2959575"/>
            <a:ext cx="1039907" cy="1259314"/>
          </a:xfrm>
          <a:prstGeom prst="rect">
            <a:avLst/>
          </a:prstGeom>
          <a:noFill/>
          <a:ln>
            <a:noFill/>
          </a:ln>
        </p:spPr>
      </p:pic>
      <p:pic>
        <p:nvPicPr>
          <p:cNvPr id="132" name="Google Shape;132;p10" descr="Free image icon png vector - Pixsector"/>
          <p:cNvPicPr preferRelativeResize="0"/>
          <p:nvPr/>
        </p:nvPicPr>
        <p:blipFill rotWithShape="1">
          <a:blip r:embed="rId8">
            <a:alphaModFix/>
          </a:blip>
          <a:srcRect/>
          <a:stretch/>
        </p:blipFill>
        <p:spPr>
          <a:xfrm>
            <a:off x="8032699" y="3055832"/>
            <a:ext cx="1066800" cy="1066800"/>
          </a:xfrm>
          <a:prstGeom prst="rect">
            <a:avLst/>
          </a:prstGeom>
          <a:noFill/>
          <a:ln>
            <a:noFill/>
          </a:ln>
        </p:spPr>
      </p:pic>
      <p:pic>
        <p:nvPicPr>
          <p:cNvPr id="133" name="Google Shape;133;p10" descr="dynamic email in Gmail"/>
          <p:cNvPicPr preferRelativeResize="0"/>
          <p:nvPr/>
        </p:nvPicPr>
        <p:blipFill rotWithShape="1">
          <a:blip r:embed="rId9">
            <a:alphaModFix/>
          </a:blip>
          <a:srcRect/>
          <a:stretch/>
        </p:blipFill>
        <p:spPr>
          <a:xfrm>
            <a:off x="3873173" y="4792121"/>
            <a:ext cx="2348193" cy="1319386"/>
          </a:xfrm>
          <a:prstGeom prst="rect">
            <a:avLst/>
          </a:prstGeom>
          <a:noFill/>
          <a:ln>
            <a:noFill/>
          </a:ln>
        </p:spPr>
      </p:pic>
      <p:sp>
        <p:nvSpPr>
          <p:cNvPr id="134" name="Google Shape;134;p10"/>
          <p:cNvSpPr txBox="1"/>
          <p:nvPr/>
        </p:nvSpPr>
        <p:spPr>
          <a:xfrm>
            <a:off x="2286000" y="2057400"/>
            <a:ext cx="8763000"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Follows a predefined schema or structured</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(Schema : blueprint or structure that defines how data is organized, stored, and related. It specifies the rules, format, and constraints of the data)</a:t>
            </a:r>
            <a:endParaRPr/>
          </a:p>
        </p:txBody>
      </p:sp>
      <p:sp>
        <p:nvSpPr>
          <p:cNvPr id="135" name="Google Shape;135;p10"/>
          <p:cNvSpPr txBox="1"/>
          <p:nvPr/>
        </p:nvSpPr>
        <p:spPr>
          <a:xfrm>
            <a:off x="2317750" y="4238884"/>
            <a:ext cx="876300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Doesn’t adhere to any schema</a:t>
            </a:r>
            <a:endParaRPr/>
          </a:p>
        </p:txBody>
      </p:sp>
      <p:sp>
        <p:nvSpPr>
          <p:cNvPr id="136" name="Google Shape;136;p10"/>
          <p:cNvSpPr txBox="1"/>
          <p:nvPr/>
        </p:nvSpPr>
        <p:spPr>
          <a:xfrm>
            <a:off x="2067485" y="6127725"/>
            <a:ext cx="876300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Structured + Unstructured</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3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11"/>
          <p:cNvSpPr txBox="1">
            <a:spLocks noGrp="1"/>
          </p:cNvSpPr>
          <p:nvPr>
            <p:ph type="title"/>
          </p:nvPr>
        </p:nvSpPr>
        <p:spPr>
          <a:xfrm>
            <a:off x="838200" y="160569"/>
            <a:ext cx="9321800" cy="76436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3200"/>
              <a:buFont typeface="Helvetica Neue"/>
              <a:buNone/>
            </a:pPr>
            <a:r>
              <a:rPr lang="en-US"/>
              <a:t>Structured vs Unstructured vs Semi-Structured</a:t>
            </a:r>
            <a:endParaRPr/>
          </a:p>
        </p:txBody>
      </p:sp>
      <p:pic>
        <p:nvPicPr>
          <p:cNvPr id="142" name="Google Shape;142;p11"/>
          <p:cNvPicPr preferRelativeResize="0"/>
          <p:nvPr/>
        </p:nvPicPr>
        <p:blipFill rotWithShape="1">
          <a:blip r:embed="rId3">
            <a:alphaModFix/>
          </a:blip>
          <a:srcRect/>
          <a:stretch/>
        </p:blipFill>
        <p:spPr>
          <a:xfrm>
            <a:off x="242887" y="1219200"/>
            <a:ext cx="11720513" cy="5126828"/>
          </a:xfrm>
          <a:prstGeom prst="rect">
            <a:avLst/>
          </a:prstGeom>
          <a:noFill/>
          <a:ln w="9525" cap="flat" cmpd="sng">
            <a:solidFill>
              <a:schemeClr val="dk1"/>
            </a:solidFill>
            <a:prstDash val="solid"/>
            <a:round/>
            <a:headEnd type="none" w="sm" len="sm"/>
            <a:tailEnd type="none" w="sm" len="sm"/>
          </a:ln>
        </p:spPr>
      </p:pic>
      <p:sp>
        <p:nvSpPr>
          <p:cNvPr id="143" name="Google Shape;143;p11"/>
          <p:cNvSpPr txBox="1"/>
          <p:nvPr/>
        </p:nvSpPr>
        <p:spPr>
          <a:xfrm>
            <a:off x="3290887" y="6346028"/>
            <a:ext cx="8901113" cy="369332"/>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800" b="1" u="sng">
                <a:solidFill>
                  <a:schemeClr val="dk1"/>
                </a:solidFill>
                <a:latin typeface="Calibri"/>
                <a:ea typeface="Calibri"/>
                <a:cs typeface="Calibri"/>
                <a:sym typeface="Calibri"/>
              </a:rPr>
              <a:t>Home Work: </a:t>
            </a:r>
            <a:r>
              <a:rPr lang="en-US" sz="1800">
                <a:solidFill>
                  <a:schemeClr val="dk1"/>
                </a:solidFill>
                <a:latin typeface="Calibri"/>
                <a:ea typeface="Calibri"/>
                <a:cs typeface="Calibri"/>
                <a:sym typeface="Calibri"/>
              </a:rPr>
              <a:t>What is </a:t>
            </a:r>
            <a:r>
              <a:rPr lang="en-US" sz="1800" b="1">
                <a:solidFill>
                  <a:schemeClr val="dk1"/>
                </a:solidFill>
                <a:latin typeface="Calibri"/>
                <a:ea typeface="Calibri"/>
                <a:cs typeface="Calibri"/>
                <a:sym typeface="Calibri"/>
              </a:rPr>
              <a:t>Quasi structure </a:t>
            </a:r>
            <a:r>
              <a:rPr lang="en-US" sz="1800">
                <a:solidFill>
                  <a:schemeClr val="dk1"/>
                </a:solidFill>
                <a:latin typeface="Calibri"/>
                <a:ea typeface="Calibri"/>
                <a:cs typeface="Calibri"/>
                <a:sym typeface="Calibri"/>
              </a:rPr>
              <a:t>and to which in the above category this is related to?</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12"/>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p>
            <a:pPr marL="0" lvl="0" indent="0" algn="r" rtl="0">
              <a:lnSpc>
                <a:spcPct val="90000"/>
              </a:lnSpc>
              <a:spcBef>
                <a:spcPts val="0"/>
              </a:spcBef>
              <a:spcAft>
                <a:spcPts val="0"/>
              </a:spcAft>
              <a:buClr>
                <a:srgbClr val="150860"/>
              </a:buClr>
              <a:buSzPts val="5400"/>
              <a:buFont typeface="Helvetica Neue"/>
              <a:buNone/>
            </a:pPr>
            <a:r>
              <a:rPr lang="en-US"/>
              <a:t>Data Models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13"/>
          <p:cNvSpPr txBox="1">
            <a:spLocks noGrp="1"/>
          </p:cNvSpPr>
          <p:nvPr>
            <p:ph type="title"/>
          </p:nvPr>
        </p:nvSpPr>
        <p:spPr>
          <a:xfrm>
            <a:off x="838200" y="160569"/>
            <a:ext cx="9321800" cy="76436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3200"/>
              <a:buFont typeface="Helvetica Neue"/>
              <a:buNone/>
            </a:pPr>
            <a:r>
              <a:rPr lang="en-US"/>
              <a:t>Definition &amp; Types</a:t>
            </a:r>
            <a:endParaRPr/>
          </a:p>
        </p:txBody>
      </p:sp>
      <p:grpSp>
        <p:nvGrpSpPr>
          <p:cNvPr id="154" name="Google Shape;154;p13"/>
          <p:cNvGrpSpPr/>
          <p:nvPr/>
        </p:nvGrpSpPr>
        <p:grpSpPr>
          <a:xfrm>
            <a:off x="718469" y="1524000"/>
            <a:ext cx="10755061" cy="2866780"/>
            <a:chOff x="919" y="0"/>
            <a:chExt cx="10755061" cy="2866780"/>
          </a:xfrm>
        </p:grpSpPr>
        <p:sp>
          <p:nvSpPr>
            <p:cNvPr id="155" name="Google Shape;155;p13"/>
            <p:cNvSpPr/>
            <p:nvPr/>
          </p:nvSpPr>
          <p:spPr>
            <a:xfrm>
              <a:off x="5156258" y="920810"/>
              <a:ext cx="4678912" cy="1025160"/>
            </a:xfrm>
            <a:custGeom>
              <a:avLst/>
              <a:gdLst/>
              <a:ahLst/>
              <a:cxnLst/>
              <a:rect l="l" t="t" r="r" b="b"/>
              <a:pathLst>
                <a:path w="120000" h="120000" extrusionOk="0">
                  <a:moveTo>
                    <a:pt x="0" y="0"/>
                  </a:moveTo>
                  <a:lnTo>
                    <a:pt x="0" y="97365"/>
                  </a:lnTo>
                  <a:lnTo>
                    <a:pt x="120000" y="97365"/>
                  </a:lnTo>
                  <a:lnTo>
                    <a:pt x="120000" y="120000"/>
                  </a:lnTo>
                </a:path>
              </a:pathLst>
            </a:custGeom>
            <a:noFill/>
            <a:ln w="12700" cap="flat" cmpd="sng">
              <a:solidFill>
                <a:schemeClr val="accent6"/>
              </a:solidFill>
              <a:prstDash val="solid"/>
              <a:miter lim="800000"/>
              <a:headEnd type="none" w="sm" len="sm"/>
              <a:tailEnd type="none" w="sm" len="sm"/>
            </a:ln>
          </p:spPr>
          <p:txBody>
            <a:bodyPr/>
            <a:lstStyle/>
            <a:p>
              <a:endParaRPr lang="en-US"/>
            </a:p>
          </p:txBody>
        </p:sp>
        <p:sp>
          <p:nvSpPr>
            <p:cNvPr id="156" name="Google Shape;156;p13"/>
            <p:cNvSpPr/>
            <p:nvPr/>
          </p:nvSpPr>
          <p:spPr>
            <a:xfrm>
              <a:off x="5156258" y="920810"/>
              <a:ext cx="2450551" cy="1025160"/>
            </a:xfrm>
            <a:custGeom>
              <a:avLst/>
              <a:gdLst/>
              <a:ahLst/>
              <a:cxnLst/>
              <a:rect l="l" t="t" r="r" b="b"/>
              <a:pathLst>
                <a:path w="120000" h="120000" extrusionOk="0">
                  <a:moveTo>
                    <a:pt x="0" y="0"/>
                  </a:moveTo>
                  <a:lnTo>
                    <a:pt x="0" y="97365"/>
                  </a:lnTo>
                  <a:lnTo>
                    <a:pt x="120000" y="97365"/>
                  </a:lnTo>
                  <a:lnTo>
                    <a:pt x="120000" y="120000"/>
                  </a:lnTo>
                </a:path>
              </a:pathLst>
            </a:custGeom>
            <a:noFill/>
            <a:ln w="12700" cap="flat" cmpd="sng">
              <a:solidFill>
                <a:schemeClr val="accent6"/>
              </a:solidFill>
              <a:prstDash val="solid"/>
              <a:miter lim="800000"/>
              <a:headEnd type="none" w="sm" len="sm"/>
              <a:tailEnd type="none" w="sm" len="sm"/>
            </a:ln>
          </p:spPr>
          <p:txBody>
            <a:bodyPr/>
            <a:lstStyle/>
            <a:p>
              <a:endParaRPr lang="en-US"/>
            </a:p>
          </p:txBody>
        </p:sp>
        <p:sp>
          <p:nvSpPr>
            <p:cNvPr id="157" name="Google Shape;157;p13"/>
            <p:cNvSpPr/>
            <p:nvPr/>
          </p:nvSpPr>
          <p:spPr>
            <a:xfrm>
              <a:off x="5156258" y="920810"/>
              <a:ext cx="222191" cy="1025160"/>
            </a:xfrm>
            <a:custGeom>
              <a:avLst/>
              <a:gdLst/>
              <a:ahLst/>
              <a:cxnLst/>
              <a:rect l="l" t="t" r="r" b="b"/>
              <a:pathLst>
                <a:path w="120000" h="120000" extrusionOk="0">
                  <a:moveTo>
                    <a:pt x="0" y="0"/>
                  </a:moveTo>
                  <a:lnTo>
                    <a:pt x="0" y="97365"/>
                  </a:lnTo>
                  <a:lnTo>
                    <a:pt x="120000" y="97365"/>
                  </a:lnTo>
                  <a:lnTo>
                    <a:pt x="120000" y="120000"/>
                  </a:lnTo>
                </a:path>
              </a:pathLst>
            </a:custGeom>
            <a:noFill/>
            <a:ln w="12700" cap="flat" cmpd="sng">
              <a:solidFill>
                <a:schemeClr val="accent6"/>
              </a:solidFill>
              <a:prstDash val="solid"/>
              <a:miter lim="800000"/>
              <a:headEnd type="none" w="sm" len="sm"/>
              <a:tailEnd type="none" w="sm" len="sm"/>
            </a:ln>
          </p:spPr>
          <p:txBody>
            <a:bodyPr/>
            <a:lstStyle/>
            <a:p>
              <a:endParaRPr lang="en-US"/>
            </a:p>
          </p:txBody>
        </p:sp>
        <p:sp>
          <p:nvSpPr>
            <p:cNvPr id="158" name="Google Shape;158;p13"/>
            <p:cNvSpPr/>
            <p:nvPr/>
          </p:nvSpPr>
          <p:spPr>
            <a:xfrm>
              <a:off x="3150089" y="920810"/>
              <a:ext cx="2006168" cy="1025160"/>
            </a:xfrm>
            <a:custGeom>
              <a:avLst/>
              <a:gdLst/>
              <a:ahLst/>
              <a:cxnLst/>
              <a:rect l="l" t="t" r="r" b="b"/>
              <a:pathLst>
                <a:path w="120000" h="120000" extrusionOk="0">
                  <a:moveTo>
                    <a:pt x="120000" y="0"/>
                  </a:moveTo>
                  <a:lnTo>
                    <a:pt x="120000" y="97365"/>
                  </a:lnTo>
                  <a:lnTo>
                    <a:pt x="0" y="97365"/>
                  </a:lnTo>
                  <a:lnTo>
                    <a:pt x="0" y="120000"/>
                  </a:lnTo>
                </a:path>
              </a:pathLst>
            </a:custGeom>
            <a:noFill/>
            <a:ln w="12700" cap="flat" cmpd="sng">
              <a:solidFill>
                <a:schemeClr val="accent6"/>
              </a:solidFill>
              <a:prstDash val="solid"/>
              <a:miter lim="800000"/>
              <a:headEnd type="none" w="sm" len="sm"/>
              <a:tailEnd type="none" w="sm" len="sm"/>
            </a:ln>
          </p:spPr>
          <p:txBody>
            <a:bodyPr/>
            <a:lstStyle/>
            <a:p>
              <a:endParaRPr lang="en-US"/>
            </a:p>
          </p:txBody>
        </p:sp>
        <p:sp>
          <p:nvSpPr>
            <p:cNvPr id="159" name="Google Shape;159;p13"/>
            <p:cNvSpPr/>
            <p:nvPr/>
          </p:nvSpPr>
          <p:spPr>
            <a:xfrm>
              <a:off x="921729" y="920810"/>
              <a:ext cx="4234529" cy="1025160"/>
            </a:xfrm>
            <a:custGeom>
              <a:avLst/>
              <a:gdLst/>
              <a:ahLst/>
              <a:cxnLst/>
              <a:rect l="l" t="t" r="r" b="b"/>
              <a:pathLst>
                <a:path w="120000" h="120000" extrusionOk="0">
                  <a:moveTo>
                    <a:pt x="120000" y="0"/>
                  </a:moveTo>
                  <a:lnTo>
                    <a:pt x="120000" y="97365"/>
                  </a:lnTo>
                  <a:lnTo>
                    <a:pt x="0" y="97365"/>
                  </a:lnTo>
                  <a:lnTo>
                    <a:pt x="0" y="120000"/>
                  </a:lnTo>
                </a:path>
              </a:pathLst>
            </a:custGeom>
            <a:noFill/>
            <a:ln w="12700" cap="flat" cmpd="sng">
              <a:solidFill>
                <a:schemeClr val="accent6"/>
              </a:solidFill>
              <a:prstDash val="solid"/>
              <a:miter lim="800000"/>
              <a:headEnd type="none" w="sm" len="sm"/>
              <a:tailEnd type="none" w="sm" len="sm"/>
            </a:ln>
          </p:spPr>
          <p:txBody>
            <a:bodyPr/>
            <a:lstStyle/>
            <a:p>
              <a:endParaRPr lang="en-US"/>
            </a:p>
          </p:txBody>
        </p:sp>
        <p:sp>
          <p:nvSpPr>
            <p:cNvPr id="160" name="Google Shape;160;p13"/>
            <p:cNvSpPr/>
            <p:nvPr/>
          </p:nvSpPr>
          <p:spPr>
            <a:xfrm>
              <a:off x="4235448" y="0"/>
              <a:ext cx="1841620" cy="920810"/>
            </a:xfrm>
            <a:prstGeom prst="rect">
              <a:avLst/>
            </a:prstGeom>
            <a:solidFill>
              <a:schemeClr val="lt1"/>
            </a:solidFill>
            <a:ln w="12700" cap="flat" cmpd="sng">
              <a:solidFill>
                <a:schemeClr val="accent4"/>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13"/>
            <p:cNvSpPr txBox="1"/>
            <p:nvPr/>
          </p:nvSpPr>
          <p:spPr>
            <a:xfrm>
              <a:off x="4235448" y="0"/>
              <a:ext cx="1841620" cy="920810"/>
            </a:xfrm>
            <a:prstGeom prst="rect">
              <a:avLst/>
            </a:prstGeom>
            <a:noFill/>
            <a:ln>
              <a:noFill/>
            </a:ln>
          </p:spPr>
          <p:txBody>
            <a:bodyPr spcFirstLastPara="1" wrap="square" lIns="18400" tIns="18400" rIns="18400" bIns="18400" anchor="ctr" anchorCtr="0">
              <a:noAutofit/>
            </a:bodyPr>
            <a:lstStyle/>
            <a:p>
              <a:pPr marL="0" marR="0" lvl="0" indent="0" algn="ctr" rtl="0">
                <a:lnSpc>
                  <a:spcPct val="90000"/>
                </a:lnSpc>
                <a:spcBef>
                  <a:spcPts val="0"/>
                </a:spcBef>
                <a:spcAft>
                  <a:spcPts val="0"/>
                </a:spcAft>
                <a:buClr>
                  <a:schemeClr val="dk1"/>
                </a:buClr>
                <a:buSzPts val="2900"/>
                <a:buFont typeface="Calibri"/>
                <a:buNone/>
              </a:pPr>
              <a:r>
                <a:rPr lang="en-US" sz="2900">
                  <a:solidFill>
                    <a:schemeClr val="dk1"/>
                  </a:solidFill>
                  <a:latin typeface="Calibri"/>
                  <a:ea typeface="Calibri"/>
                  <a:cs typeface="Calibri"/>
                  <a:sym typeface="Calibri"/>
                </a:rPr>
                <a:t>Data Model</a:t>
              </a:r>
              <a:endParaRPr/>
            </a:p>
          </p:txBody>
        </p:sp>
        <p:sp>
          <p:nvSpPr>
            <p:cNvPr id="162" name="Google Shape;162;p13"/>
            <p:cNvSpPr/>
            <p:nvPr/>
          </p:nvSpPr>
          <p:spPr>
            <a:xfrm>
              <a:off x="919" y="1945970"/>
              <a:ext cx="1841620" cy="920810"/>
            </a:xfrm>
            <a:prstGeom prst="rect">
              <a:avLst/>
            </a:prstGeom>
            <a:solidFill>
              <a:schemeClr val="lt1"/>
            </a:solidFill>
            <a:ln w="12700" cap="flat" cmpd="sng">
              <a:solidFill>
                <a:schemeClr val="accent6"/>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13"/>
            <p:cNvSpPr txBox="1"/>
            <p:nvPr/>
          </p:nvSpPr>
          <p:spPr>
            <a:xfrm>
              <a:off x="919" y="1945970"/>
              <a:ext cx="1841620" cy="920810"/>
            </a:xfrm>
            <a:prstGeom prst="rect">
              <a:avLst/>
            </a:prstGeom>
            <a:noFill/>
            <a:ln>
              <a:noFill/>
            </a:ln>
          </p:spPr>
          <p:txBody>
            <a:bodyPr spcFirstLastPara="1" wrap="square" lIns="18400" tIns="18400" rIns="18400" bIns="18400" anchor="ctr" anchorCtr="0">
              <a:noAutofit/>
            </a:bodyPr>
            <a:lstStyle/>
            <a:p>
              <a:pPr marL="0" marR="0" lvl="0" indent="0" algn="ctr" rtl="0">
                <a:lnSpc>
                  <a:spcPct val="90000"/>
                </a:lnSpc>
                <a:spcBef>
                  <a:spcPts val="0"/>
                </a:spcBef>
                <a:spcAft>
                  <a:spcPts val="0"/>
                </a:spcAft>
                <a:buClr>
                  <a:schemeClr val="dk1"/>
                </a:buClr>
                <a:buSzPts val="2900"/>
                <a:buFont typeface="Calibri"/>
                <a:buNone/>
              </a:pPr>
              <a:r>
                <a:rPr lang="en-US" sz="2900">
                  <a:solidFill>
                    <a:schemeClr val="dk1"/>
                  </a:solidFill>
                  <a:latin typeface="Calibri"/>
                  <a:ea typeface="Calibri"/>
                  <a:cs typeface="Calibri"/>
                  <a:sym typeface="Calibri"/>
                </a:rPr>
                <a:t>Relational</a:t>
              </a:r>
              <a:endParaRPr/>
            </a:p>
          </p:txBody>
        </p:sp>
        <p:sp>
          <p:nvSpPr>
            <p:cNvPr id="164" name="Google Shape;164;p13"/>
            <p:cNvSpPr/>
            <p:nvPr/>
          </p:nvSpPr>
          <p:spPr>
            <a:xfrm>
              <a:off x="2229279" y="1945970"/>
              <a:ext cx="1841620" cy="920810"/>
            </a:xfrm>
            <a:prstGeom prst="rect">
              <a:avLst/>
            </a:prstGeom>
            <a:solidFill>
              <a:schemeClr val="lt1"/>
            </a:solidFill>
            <a:ln w="12700" cap="flat" cmpd="sng">
              <a:solidFill>
                <a:schemeClr val="accent6"/>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13"/>
            <p:cNvSpPr txBox="1"/>
            <p:nvPr/>
          </p:nvSpPr>
          <p:spPr>
            <a:xfrm>
              <a:off x="2229279" y="1945970"/>
              <a:ext cx="1841620" cy="920810"/>
            </a:xfrm>
            <a:prstGeom prst="rect">
              <a:avLst/>
            </a:prstGeom>
            <a:noFill/>
            <a:ln>
              <a:noFill/>
            </a:ln>
          </p:spPr>
          <p:txBody>
            <a:bodyPr spcFirstLastPara="1" wrap="square" lIns="18400" tIns="18400" rIns="18400" bIns="18400" anchor="ctr" anchorCtr="0">
              <a:noAutofit/>
            </a:bodyPr>
            <a:lstStyle/>
            <a:p>
              <a:pPr marL="0" marR="0" lvl="0" indent="0" algn="ctr" rtl="0">
                <a:lnSpc>
                  <a:spcPct val="90000"/>
                </a:lnSpc>
                <a:spcBef>
                  <a:spcPts val="0"/>
                </a:spcBef>
                <a:spcAft>
                  <a:spcPts val="0"/>
                </a:spcAft>
                <a:buClr>
                  <a:schemeClr val="dk1"/>
                </a:buClr>
                <a:buSzPts val="2900"/>
                <a:buFont typeface="Calibri"/>
                <a:buNone/>
              </a:pPr>
              <a:r>
                <a:rPr lang="en-US" sz="2900">
                  <a:solidFill>
                    <a:schemeClr val="dk1"/>
                  </a:solidFill>
                  <a:latin typeface="Calibri"/>
                  <a:ea typeface="Calibri"/>
                  <a:cs typeface="Calibri"/>
                  <a:sym typeface="Calibri"/>
                </a:rPr>
                <a:t>Hierarchical</a:t>
              </a:r>
              <a:endParaRPr/>
            </a:p>
          </p:txBody>
        </p:sp>
        <p:sp>
          <p:nvSpPr>
            <p:cNvPr id="166" name="Google Shape;166;p13"/>
            <p:cNvSpPr/>
            <p:nvPr/>
          </p:nvSpPr>
          <p:spPr>
            <a:xfrm>
              <a:off x="4457639" y="1945970"/>
              <a:ext cx="1841620" cy="920810"/>
            </a:xfrm>
            <a:prstGeom prst="rect">
              <a:avLst/>
            </a:prstGeom>
            <a:solidFill>
              <a:schemeClr val="lt1"/>
            </a:solidFill>
            <a:ln w="12700" cap="flat" cmpd="sng">
              <a:solidFill>
                <a:schemeClr val="accent6"/>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13"/>
            <p:cNvSpPr txBox="1"/>
            <p:nvPr/>
          </p:nvSpPr>
          <p:spPr>
            <a:xfrm>
              <a:off x="4457639" y="1945970"/>
              <a:ext cx="1841620" cy="920810"/>
            </a:xfrm>
            <a:prstGeom prst="rect">
              <a:avLst/>
            </a:prstGeom>
            <a:noFill/>
            <a:ln>
              <a:noFill/>
            </a:ln>
          </p:spPr>
          <p:txBody>
            <a:bodyPr spcFirstLastPara="1" wrap="square" lIns="18400" tIns="18400" rIns="18400" bIns="18400" anchor="ctr" anchorCtr="0">
              <a:noAutofit/>
            </a:bodyPr>
            <a:lstStyle/>
            <a:p>
              <a:pPr marL="0" marR="0" lvl="0" indent="0" algn="ctr" rtl="0">
                <a:lnSpc>
                  <a:spcPct val="90000"/>
                </a:lnSpc>
                <a:spcBef>
                  <a:spcPts val="0"/>
                </a:spcBef>
                <a:spcAft>
                  <a:spcPts val="0"/>
                </a:spcAft>
                <a:buClr>
                  <a:schemeClr val="dk1"/>
                </a:buClr>
                <a:buSzPts val="2900"/>
                <a:buFont typeface="Calibri"/>
                <a:buNone/>
              </a:pPr>
              <a:r>
                <a:rPr lang="en-US" sz="2900">
                  <a:solidFill>
                    <a:schemeClr val="dk1"/>
                  </a:solidFill>
                  <a:latin typeface="Calibri"/>
                  <a:ea typeface="Calibri"/>
                  <a:cs typeface="Calibri"/>
                  <a:sym typeface="Calibri"/>
                </a:rPr>
                <a:t>Graph</a:t>
              </a:r>
              <a:endParaRPr/>
            </a:p>
          </p:txBody>
        </p:sp>
        <p:sp>
          <p:nvSpPr>
            <p:cNvPr id="168" name="Google Shape;168;p13"/>
            <p:cNvSpPr/>
            <p:nvPr/>
          </p:nvSpPr>
          <p:spPr>
            <a:xfrm>
              <a:off x="6686000" y="1945970"/>
              <a:ext cx="1841620" cy="920810"/>
            </a:xfrm>
            <a:prstGeom prst="rect">
              <a:avLst/>
            </a:prstGeom>
            <a:solidFill>
              <a:schemeClr val="lt1"/>
            </a:solidFill>
            <a:ln w="12700" cap="flat" cmpd="sng">
              <a:solidFill>
                <a:schemeClr val="accent6"/>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13"/>
            <p:cNvSpPr txBox="1"/>
            <p:nvPr/>
          </p:nvSpPr>
          <p:spPr>
            <a:xfrm>
              <a:off x="6686000" y="1945970"/>
              <a:ext cx="1841620" cy="920810"/>
            </a:xfrm>
            <a:prstGeom prst="rect">
              <a:avLst/>
            </a:prstGeom>
            <a:noFill/>
            <a:ln>
              <a:noFill/>
            </a:ln>
          </p:spPr>
          <p:txBody>
            <a:bodyPr spcFirstLastPara="1" wrap="square" lIns="18400" tIns="18400" rIns="18400" bIns="18400" anchor="ctr" anchorCtr="0">
              <a:noAutofit/>
            </a:bodyPr>
            <a:lstStyle/>
            <a:p>
              <a:pPr marL="0" marR="0" lvl="0" indent="0" algn="ctr" rtl="0">
                <a:lnSpc>
                  <a:spcPct val="90000"/>
                </a:lnSpc>
                <a:spcBef>
                  <a:spcPts val="0"/>
                </a:spcBef>
                <a:spcAft>
                  <a:spcPts val="0"/>
                </a:spcAft>
                <a:buClr>
                  <a:schemeClr val="dk1"/>
                </a:buClr>
                <a:buSzPts val="2900"/>
                <a:buFont typeface="Calibri"/>
                <a:buNone/>
              </a:pPr>
              <a:r>
                <a:rPr lang="en-US" sz="2900">
                  <a:solidFill>
                    <a:schemeClr val="dk1"/>
                  </a:solidFill>
                  <a:latin typeface="Calibri"/>
                  <a:ea typeface="Calibri"/>
                  <a:cs typeface="Calibri"/>
                  <a:sym typeface="Calibri"/>
                </a:rPr>
                <a:t>Document</a:t>
              </a:r>
              <a:endParaRPr/>
            </a:p>
          </p:txBody>
        </p:sp>
        <p:sp>
          <p:nvSpPr>
            <p:cNvPr id="170" name="Google Shape;170;p13"/>
            <p:cNvSpPr/>
            <p:nvPr/>
          </p:nvSpPr>
          <p:spPr>
            <a:xfrm>
              <a:off x="8914360" y="1945970"/>
              <a:ext cx="1841620" cy="920810"/>
            </a:xfrm>
            <a:prstGeom prst="rect">
              <a:avLst/>
            </a:prstGeom>
            <a:solidFill>
              <a:schemeClr val="lt1"/>
            </a:solidFill>
            <a:ln w="12700" cap="flat" cmpd="sng">
              <a:solidFill>
                <a:schemeClr val="accent6"/>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13"/>
            <p:cNvSpPr txBox="1"/>
            <p:nvPr/>
          </p:nvSpPr>
          <p:spPr>
            <a:xfrm>
              <a:off x="8914360" y="1945970"/>
              <a:ext cx="1841620" cy="920810"/>
            </a:xfrm>
            <a:prstGeom prst="rect">
              <a:avLst/>
            </a:prstGeom>
            <a:noFill/>
            <a:ln>
              <a:noFill/>
            </a:ln>
          </p:spPr>
          <p:txBody>
            <a:bodyPr spcFirstLastPara="1" wrap="square" lIns="18400" tIns="18400" rIns="18400" bIns="18400" anchor="ctr" anchorCtr="0">
              <a:noAutofit/>
            </a:bodyPr>
            <a:lstStyle/>
            <a:p>
              <a:pPr marL="0" marR="0" lvl="0" indent="0" algn="ctr" rtl="0">
                <a:lnSpc>
                  <a:spcPct val="90000"/>
                </a:lnSpc>
                <a:spcBef>
                  <a:spcPts val="0"/>
                </a:spcBef>
                <a:spcAft>
                  <a:spcPts val="0"/>
                </a:spcAft>
                <a:buClr>
                  <a:schemeClr val="dk1"/>
                </a:buClr>
                <a:buSzPts val="2900"/>
                <a:buFont typeface="Calibri"/>
                <a:buNone/>
              </a:pPr>
              <a:r>
                <a:rPr lang="en-US" sz="2900">
                  <a:solidFill>
                    <a:schemeClr val="dk1"/>
                  </a:solidFill>
                  <a:latin typeface="Calibri"/>
                  <a:ea typeface="Calibri"/>
                  <a:cs typeface="Calibri"/>
                  <a:sym typeface="Calibri"/>
                </a:rPr>
                <a:t>Key value pair</a:t>
              </a:r>
              <a:endParaRPr/>
            </a:p>
          </p:txBody>
        </p:sp>
      </p:grpSp>
      <p:sp>
        <p:nvSpPr>
          <p:cNvPr id="172" name="Google Shape;172;p13"/>
          <p:cNvSpPr txBox="1"/>
          <p:nvPr/>
        </p:nvSpPr>
        <p:spPr>
          <a:xfrm>
            <a:off x="1905000" y="2630269"/>
            <a:ext cx="7543800"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Calibri"/>
                <a:ea typeface="Calibri"/>
                <a:cs typeface="Calibri"/>
                <a:sym typeface="Calibri"/>
              </a:rPr>
              <a:t>The way data is structured, stored and organized</a:t>
            </a:r>
            <a:endParaRPr/>
          </a:p>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pic>
        <p:nvPicPr>
          <p:cNvPr id="177" name="Google Shape;177;p14"/>
          <p:cNvPicPr preferRelativeResize="0"/>
          <p:nvPr/>
        </p:nvPicPr>
        <p:blipFill rotWithShape="1">
          <a:blip r:embed="rId3">
            <a:alphaModFix/>
          </a:blip>
          <a:srcRect/>
          <a:stretch/>
        </p:blipFill>
        <p:spPr>
          <a:xfrm>
            <a:off x="165100" y="3403600"/>
            <a:ext cx="6677025" cy="2590800"/>
          </a:xfrm>
          <a:prstGeom prst="rect">
            <a:avLst/>
          </a:prstGeom>
          <a:noFill/>
          <a:ln>
            <a:noFill/>
          </a:ln>
        </p:spPr>
      </p:pic>
      <p:sp>
        <p:nvSpPr>
          <p:cNvPr id="178" name="Google Shape;178;p14"/>
          <p:cNvSpPr txBox="1">
            <a:spLocks noGrp="1"/>
          </p:cNvSpPr>
          <p:nvPr>
            <p:ph type="title"/>
          </p:nvPr>
        </p:nvSpPr>
        <p:spPr>
          <a:xfrm>
            <a:off x="838200" y="160569"/>
            <a:ext cx="9321800" cy="76436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3200"/>
              <a:buFont typeface="Helvetica Neue"/>
              <a:buNone/>
            </a:pPr>
            <a:r>
              <a:rPr lang="en-US"/>
              <a:t>Relational Data Model</a:t>
            </a:r>
            <a:endParaRPr/>
          </a:p>
        </p:txBody>
      </p:sp>
      <p:sp>
        <p:nvSpPr>
          <p:cNvPr id="179" name="Google Shape;179;p14"/>
          <p:cNvSpPr txBox="1"/>
          <p:nvPr/>
        </p:nvSpPr>
        <p:spPr>
          <a:xfrm>
            <a:off x="156136" y="1017037"/>
            <a:ext cx="7637780" cy="2431394"/>
          </a:xfrm>
          <a:prstGeom prst="rect">
            <a:avLst/>
          </a:prstGeom>
          <a:noFill/>
          <a:ln>
            <a:noFill/>
          </a:ln>
        </p:spPr>
        <p:txBody>
          <a:bodyPr spcFirstLastPara="1" wrap="square" lIns="91425" tIns="45700" rIns="91425" bIns="45700" anchor="t" anchorCtr="0">
            <a:spAutoFit/>
          </a:bodyPr>
          <a:lstStyle/>
          <a:p>
            <a:pPr marL="560388" marR="0" lvl="1" indent="-377825" algn="just" rtl="0">
              <a:spcBef>
                <a:spcPts val="0"/>
              </a:spcBef>
              <a:spcAft>
                <a:spcPts val="0"/>
              </a:spcAft>
              <a:buClr>
                <a:srgbClr val="0C0C0C"/>
              </a:buClr>
              <a:buSzPts val="1800"/>
              <a:buFont typeface="Noto Sans Symbols"/>
              <a:buChar char="⮚"/>
            </a:pPr>
            <a:r>
              <a:rPr lang="en-US" sz="2200" b="0" i="0" u="none" strike="noStrike" cap="none" dirty="0">
                <a:solidFill>
                  <a:srgbClr val="0C0C0C"/>
                </a:solidFill>
                <a:latin typeface="Helvetica Neue"/>
                <a:ea typeface="Helvetica Neue"/>
                <a:cs typeface="Helvetica Neue"/>
                <a:sym typeface="Helvetica Neue"/>
              </a:rPr>
              <a:t>Data is organized into relations; Each relation is a set of tuples</a:t>
            </a:r>
            <a:endParaRPr sz="2200" dirty="0"/>
          </a:p>
          <a:p>
            <a:pPr marL="560388" marR="0" lvl="1" indent="-377825" algn="just" rtl="0">
              <a:spcBef>
                <a:spcPts val="0"/>
              </a:spcBef>
              <a:spcAft>
                <a:spcPts val="0"/>
              </a:spcAft>
              <a:buNone/>
            </a:pPr>
            <a:endParaRPr sz="1000" b="0" i="0" u="none" strike="noStrike" cap="none" dirty="0">
              <a:solidFill>
                <a:srgbClr val="0C0C0C"/>
              </a:solidFill>
              <a:latin typeface="Helvetica Neue"/>
              <a:ea typeface="Helvetica Neue"/>
              <a:cs typeface="Helvetica Neue"/>
              <a:sym typeface="Helvetica Neue"/>
            </a:endParaRPr>
          </a:p>
          <a:p>
            <a:pPr marL="560388" marR="0" lvl="1" indent="-377825" algn="just" rtl="0">
              <a:spcBef>
                <a:spcPts val="0"/>
              </a:spcBef>
              <a:spcAft>
                <a:spcPts val="0"/>
              </a:spcAft>
              <a:buClr>
                <a:srgbClr val="0C0C0C"/>
              </a:buClr>
              <a:buSzPts val="1800"/>
              <a:buFont typeface="Noto Sans Symbols"/>
              <a:buChar char="⮚"/>
            </a:pPr>
            <a:r>
              <a:rPr lang="en-US" sz="2200" b="0" i="0" u="none" strike="noStrike" cap="none" dirty="0">
                <a:solidFill>
                  <a:srgbClr val="0C0C0C"/>
                </a:solidFill>
                <a:latin typeface="Helvetica Neue"/>
                <a:ea typeface="Helvetica Neue"/>
                <a:cs typeface="Helvetica Neue"/>
                <a:sym typeface="Helvetica Neue"/>
              </a:rPr>
              <a:t>Table is visual representation of relation, each row of table makes up a tuple</a:t>
            </a:r>
            <a:endParaRPr sz="2200" dirty="0"/>
          </a:p>
          <a:p>
            <a:pPr marL="560388" marR="0" lvl="1" indent="-377825" algn="just" rtl="0">
              <a:spcBef>
                <a:spcPts val="0"/>
              </a:spcBef>
              <a:spcAft>
                <a:spcPts val="0"/>
              </a:spcAft>
              <a:buNone/>
            </a:pPr>
            <a:endParaRPr sz="1000" b="0" i="0" u="none" strike="noStrike" cap="none" dirty="0">
              <a:solidFill>
                <a:srgbClr val="0C0C0C"/>
              </a:solidFill>
              <a:latin typeface="Helvetica Neue"/>
              <a:ea typeface="Helvetica Neue"/>
              <a:cs typeface="Helvetica Neue"/>
              <a:sym typeface="Helvetica Neue"/>
            </a:endParaRPr>
          </a:p>
          <a:p>
            <a:pPr marL="560388" marR="0" lvl="1" indent="-377825" algn="just" rtl="0">
              <a:spcBef>
                <a:spcPts val="0"/>
              </a:spcBef>
              <a:spcAft>
                <a:spcPts val="0"/>
              </a:spcAft>
              <a:buClr>
                <a:srgbClr val="0C0C0C"/>
              </a:buClr>
              <a:buSzPts val="1800"/>
              <a:buFont typeface="Noto Sans Symbols"/>
              <a:buChar char="⮚"/>
            </a:pPr>
            <a:r>
              <a:rPr lang="en-US" sz="2200" b="0" i="0" u="none" strike="noStrike" cap="none" dirty="0">
                <a:solidFill>
                  <a:srgbClr val="0C0C0C"/>
                </a:solidFill>
                <a:latin typeface="Helvetica Neue"/>
                <a:ea typeface="Helvetica Neue"/>
                <a:cs typeface="Helvetica Neue"/>
                <a:sym typeface="Helvetica Neue"/>
              </a:rPr>
              <a:t>Relations are unordered – can shuffle order of rows or columns</a:t>
            </a:r>
            <a:endParaRPr sz="2200" b="0" i="0" u="none" strike="noStrike" cap="none" dirty="0">
              <a:solidFill>
                <a:schemeClr val="dk1"/>
              </a:solidFill>
              <a:latin typeface="Helvetica Neue"/>
              <a:ea typeface="Helvetica Neue"/>
              <a:cs typeface="Helvetica Neue"/>
              <a:sym typeface="Helvetica Neue"/>
            </a:endParaRPr>
          </a:p>
        </p:txBody>
      </p:sp>
      <p:pic>
        <p:nvPicPr>
          <p:cNvPr id="180" name="Google Shape;180;p14"/>
          <p:cNvPicPr preferRelativeResize="0"/>
          <p:nvPr/>
        </p:nvPicPr>
        <p:blipFill rotWithShape="1">
          <a:blip r:embed="rId4">
            <a:alphaModFix/>
          </a:blip>
          <a:srcRect/>
          <a:stretch/>
        </p:blipFill>
        <p:spPr>
          <a:xfrm>
            <a:off x="8200463" y="1140504"/>
            <a:ext cx="3835401" cy="1581642"/>
          </a:xfrm>
          <a:prstGeom prst="rect">
            <a:avLst/>
          </a:prstGeom>
          <a:noFill/>
          <a:ln>
            <a:noFill/>
          </a:ln>
        </p:spPr>
      </p:pic>
      <p:sp>
        <p:nvSpPr>
          <p:cNvPr id="181" name="Google Shape;181;p14"/>
          <p:cNvSpPr/>
          <p:nvPr/>
        </p:nvSpPr>
        <p:spPr>
          <a:xfrm>
            <a:off x="7239000" y="3240741"/>
            <a:ext cx="3835400" cy="1371600"/>
          </a:xfrm>
          <a:prstGeom prst="wedgeRoundRectCallout">
            <a:avLst>
              <a:gd name="adj1" fmla="val -64775"/>
              <a:gd name="adj2" fmla="val 32435"/>
              <a:gd name="adj3" fmla="val 16667"/>
            </a:avLst>
          </a:prstGeom>
          <a:solidFill>
            <a:schemeClr val="lt1"/>
          </a:solidFill>
          <a:ln w="127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a:solidFill>
                  <a:schemeClr val="dk1"/>
                </a:solidFill>
                <a:latin typeface="Helvetica Neue"/>
                <a:ea typeface="Helvetica Neue"/>
                <a:cs typeface="Helvetica Neue"/>
                <a:sym typeface="Helvetica Neue"/>
              </a:rPr>
              <a:t>What is this?</a:t>
            </a:r>
            <a:endParaRPr/>
          </a:p>
        </p:txBody>
      </p:sp>
      <p:sp>
        <p:nvSpPr>
          <p:cNvPr id="182" name="Google Shape;182;p14"/>
          <p:cNvSpPr/>
          <p:nvPr/>
        </p:nvSpPr>
        <p:spPr>
          <a:xfrm>
            <a:off x="7239000" y="5031696"/>
            <a:ext cx="3835400" cy="1371600"/>
          </a:xfrm>
          <a:prstGeom prst="wedgeRoundRectCallout">
            <a:avLst>
              <a:gd name="adj1" fmla="val -69450"/>
              <a:gd name="adj2" fmla="val -32925"/>
              <a:gd name="adj3" fmla="val 16667"/>
            </a:avLst>
          </a:prstGeom>
          <a:solidFill>
            <a:schemeClr val="lt1"/>
          </a:solidFill>
          <a:ln w="127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a:solidFill>
                  <a:schemeClr val="dk1"/>
                </a:solidFill>
                <a:latin typeface="Helvetica Neue"/>
                <a:ea typeface="Helvetica Neue"/>
                <a:cs typeface="Helvetica Neue"/>
                <a:sym typeface="Helvetica Neue"/>
              </a:rPr>
              <a:t>Do you observe any problem?</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7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8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7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8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pic>
        <p:nvPicPr>
          <p:cNvPr id="187" name="Google Shape;187;p15"/>
          <p:cNvPicPr preferRelativeResize="0"/>
          <p:nvPr/>
        </p:nvPicPr>
        <p:blipFill rotWithShape="1">
          <a:blip r:embed="rId3">
            <a:alphaModFix/>
          </a:blip>
          <a:srcRect/>
          <a:stretch/>
        </p:blipFill>
        <p:spPr>
          <a:xfrm>
            <a:off x="-5229" y="1001525"/>
            <a:ext cx="6657975" cy="2657475"/>
          </a:xfrm>
          <a:prstGeom prst="rect">
            <a:avLst/>
          </a:prstGeom>
          <a:noFill/>
          <a:ln>
            <a:noFill/>
          </a:ln>
        </p:spPr>
      </p:pic>
      <p:sp>
        <p:nvSpPr>
          <p:cNvPr id="188" name="Google Shape;188;p15"/>
          <p:cNvSpPr txBox="1">
            <a:spLocks noGrp="1"/>
          </p:cNvSpPr>
          <p:nvPr>
            <p:ph type="title"/>
          </p:nvPr>
        </p:nvSpPr>
        <p:spPr>
          <a:xfrm>
            <a:off x="838200" y="160569"/>
            <a:ext cx="9321800" cy="76436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3200"/>
              <a:buFont typeface="Helvetica Neue"/>
              <a:buNone/>
            </a:pPr>
            <a:r>
              <a:rPr lang="en-US"/>
              <a:t>Which is Better?</a:t>
            </a:r>
            <a:endParaRPr/>
          </a:p>
        </p:txBody>
      </p:sp>
      <p:pic>
        <p:nvPicPr>
          <p:cNvPr id="189" name="Google Shape;189;p15"/>
          <p:cNvPicPr preferRelativeResize="0"/>
          <p:nvPr/>
        </p:nvPicPr>
        <p:blipFill rotWithShape="1">
          <a:blip r:embed="rId4">
            <a:alphaModFix/>
          </a:blip>
          <a:srcRect/>
          <a:stretch/>
        </p:blipFill>
        <p:spPr>
          <a:xfrm>
            <a:off x="4931149" y="3344956"/>
            <a:ext cx="7077075" cy="3486150"/>
          </a:xfrm>
          <a:prstGeom prst="rect">
            <a:avLst/>
          </a:prstGeom>
          <a:noFill/>
          <a:ln>
            <a:noFill/>
          </a:ln>
        </p:spPr>
      </p:pic>
      <p:sp>
        <p:nvSpPr>
          <p:cNvPr id="190" name="Google Shape;190;p15"/>
          <p:cNvSpPr txBox="1"/>
          <p:nvPr/>
        </p:nvSpPr>
        <p:spPr>
          <a:xfrm>
            <a:off x="6723866" y="976890"/>
            <a:ext cx="4960134" cy="224672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200" b="1" u="sng" dirty="0">
                <a:solidFill>
                  <a:schemeClr val="dk1"/>
                </a:solidFill>
                <a:latin typeface="Calibri"/>
                <a:ea typeface="Calibri"/>
                <a:cs typeface="Calibri"/>
                <a:sym typeface="Calibri"/>
              </a:rPr>
              <a:t>Disadvantages:</a:t>
            </a:r>
            <a:endParaRPr sz="2200" dirty="0"/>
          </a:p>
          <a:p>
            <a:pPr marL="285750" marR="0" lvl="0" indent="-285750" algn="l" rtl="0">
              <a:spcBef>
                <a:spcPts val="0"/>
              </a:spcBef>
              <a:spcAft>
                <a:spcPts val="0"/>
              </a:spcAft>
              <a:buClr>
                <a:schemeClr val="dk1"/>
              </a:buClr>
              <a:buSzPts val="1800"/>
              <a:buFont typeface="Noto Sans Symbols"/>
              <a:buChar char="⮚"/>
            </a:pPr>
            <a:r>
              <a:rPr lang="en-US" sz="2200" dirty="0">
                <a:solidFill>
                  <a:schemeClr val="dk1"/>
                </a:solidFill>
                <a:latin typeface="Calibri"/>
                <a:ea typeface="Calibri"/>
                <a:cs typeface="Calibri"/>
                <a:sym typeface="Calibri"/>
              </a:rPr>
              <a:t>Data Integrity is not there</a:t>
            </a:r>
            <a:endParaRPr sz="2200" dirty="0"/>
          </a:p>
          <a:p>
            <a:pPr marL="285750" marR="0" lvl="0" indent="-171450" algn="l" rtl="0">
              <a:spcBef>
                <a:spcPts val="0"/>
              </a:spcBef>
              <a:spcAft>
                <a:spcPts val="0"/>
              </a:spcAft>
              <a:buClr>
                <a:schemeClr val="dk1"/>
              </a:buClr>
              <a:buSzPts val="1800"/>
              <a:buFont typeface="Noto Sans Symbols"/>
              <a:buNone/>
            </a:pPr>
            <a:endParaRPr sz="1000" dirty="0">
              <a:solidFill>
                <a:schemeClr val="dk1"/>
              </a:solidFill>
              <a:latin typeface="Calibri"/>
              <a:ea typeface="Calibri"/>
              <a:cs typeface="Calibri"/>
              <a:sym typeface="Calibri"/>
            </a:endParaRPr>
          </a:p>
          <a:p>
            <a:pPr marL="285750" marR="0" lvl="0" indent="-285750" algn="l" rtl="0">
              <a:spcBef>
                <a:spcPts val="0"/>
              </a:spcBef>
              <a:spcAft>
                <a:spcPts val="0"/>
              </a:spcAft>
              <a:buClr>
                <a:schemeClr val="dk1"/>
              </a:buClr>
              <a:buSzPts val="1800"/>
              <a:buFont typeface="Noto Sans Symbols"/>
              <a:buChar char="⮚"/>
            </a:pPr>
            <a:r>
              <a:rPr lang="en-US" sz="2200" dirty="0">
                <a:solidFill>
                  <a:schemeClr val="dk1"/>
                </a:solidFill>
                <a:latin typeface="Calibri"/>
                <a:ea typeface="Calibri"/>
                <a:cs typeface="Calibri"/>
                <a:sym typeface="Calibri"/>
              </a:rPr>
              <a:t>Difficult to interpret</a:t>
            </a:r>
            <a:endParaRPr sz="2200" dirty="0"/>
          </a:p>
          <a:p>
            <a:pPr marL="0" marR="0" lvl="0" indent="0" algn="l" rtl="0">
              <a:spcBef>
                <a:spcPts val="0"/>
              </a:spcBef>
              <a:spcAft>
                <a:spcPts val="0"/>
              </a:spcAft>
              <a:buNone/>
            </a:pPr>
            <a:endParaRPr sz="1000" dirty="0">
              <a:solidFill>
                <a:schemeClr val="dk1"/>
              </a:solidFill>
              <a:latin typeface="Calibri"/>
              <a:ea typeface="Calibri"/>
              <a:cs typeface="Calibri"/>
              <a:sym typeface="Calibri"/>
            </a:endParaRPr>
          </a:p>
          <a:p>
            <a:pPr marL="285750" marR="0" lvl="0" indent="-285750" algn="l" rtl="0">
              <a:spcBef>
                <a:spcPts val="0"/>
              </a:spcBef>
              <a:spcAft>
                <a:spcPts val="0"/>
              </a:spcAft>
              <a:buClr>
                <a:schemeClr val="dk1"/>
              </a:buClr>
              <a:buSzPts val="1800"/>
              <a:buFont typeface="Noto Sans Symbols"/>
              <a:buChar char="⮚"/>
            </a:pPr>
            <a:r>
              <a:rPr lang="en-US" sz="2200" dirty="0">
                <a:solidFill>
                  <a:schemeClr val="dk1"/>
                </a:solidFill>
                <a:latin typeface="Calibri"/>
                <a:ea typeface="Calibri"/>
                <a:cs typeface="Calibri"/>
                <a:sym typeface="Calibri"/>
              </a:rPr>
              <a:t>Highly redundant values</a:t>
            </a:r>
            <a:endParaRPr sz="2200" dirty="0"/>
          </a:p>
          <a:p>
            <a:pPr marL="0" marR="0" lvl="0" indent="0" algn="l" rtl="0">
              <a:spcBef>
                <a:spcPts val="0"/>
              </a:spcBef>
              <a:spcAft>
                <a:spcPts val="0"/>
              </a:spcAft>
              <a:buNone/>
            </a:pPr>
            <a:endParaRPr sz="1000" dirty="0">
              <a:solidFill>
                <a:schemeClr val="dk1"/>
              </a:solidFill>
              <a:latin typeface="Calibri"/>
              <a:ea typeface="Calibri"/>
              <a:cs typeface="Calibri"/>
              <a:sym typeface="Calibri"/>
            </a:endParaRPr>
          </a:p>
          <a:p>
            <a:pPr marL="285750" marR="0" lvl="0" indent="-285750" algn="l" rtl="0">
              <a:spcBef>
                <a:spcPts val="0"/>
              </a:spcBef>
              <a:spcAft>
                <a:spcPts val="0"/>
              </a:spcAft>
              <a:buClr>
                <a:schemeClr val="dk1"/>
              </a:buClr>
              <a:buSzPts val="1800"/>
              <a:buFont typeface="Noto Sans Symbols"/>
              <a:buChar char="⮚"/>
            </a:pPr>
            <a:r>
              <a:rPr lang="en-US" sz="2200" dirty="0">
                <a:solidFill>
                  <a:schemeClr val="dk1"/>
                </a:solidFill>
                <a:latin typeface="Calibri"/>
                <a:ea typeface="Calibri"/>
                <a:cs typeface="Calibri"/>
                <a:sym typeface="Calibri"/>
              </a:rPr>
              <a:t>Not expandable</a:t>
            </a:r>
            <a:endParaRPr sz="2200" dirty="0">
              <a:solidFill>
                <a:schemeClr val="dk1"/>
              </a:solidFill>
              <a:latin typeface="Calibri"/>
              <a:ea typeface="Calibri"/>
              <a:cs typeface="Calibri"/>
              <a:sym typeface="Calibri"/>
            </a:endParaRPr>
          </a:p>
        </p:txBody>
      </p:sp>
      <p:sp>
        <p:nvSpPr>
          <p:cNvPr id="191" name="Google Shape;191;p15"/>
          <p:cNvSpPr txBox="1"/>
          <p:nvPr/>
        </p:nvSpPr>
        <p:spPr>
          <a:xfrm>
            <a:off x="351772" y="3839591"/>
            <a:ext cx="4267200" cy="286232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u="sng">
                <a:solidFill>
                  <a:schemeClr val="dk1"/>
                </a:solidFill>
                <a:latin typeface="Calibri"/>
                <a:ea typeface="Calibri"/>
                <a:cs typeface="Calibri"/>
                <a:sym typeface="Calibri"/>
              </a:rPr>
              <a:t>Normalization</a:t>
            </a:r>
            <a:endParaRPr/>
          </a:p>
          <a:p>
            <a:pPr marL="285750" marR="0" lvl="0" indent="-285750" algn="l" rtl="0">
              <a:spcBef>
                <a:spcPts val="0"/>
              </a:spcBef>
              <a:spcAft>
                <a:spcPts val="0"/>
              </a:spcAft>
              <a:buClr>
                <a:schemeClr val="dk1"/>
              </a:buClr>
              <a:buSzPts val="1800"/>
              <a:buFont typeface="Noto Sans Symbols"/>
              <a:buChar char="⮚"/>
            </a:pPr>
            <a:r>
              <a:rPr lang="en-US" sz="1800">
                <a:solidFill>
                  <a:schemeClr val="dk1"/>
                </a:solidFill>
                <a:latin typeface="Calibri"/>
                <a:ea typeface="Calibri"/>
                <a:cs typeface="Calibri"/>
                <a:sym typeface="Calibri"/>
              </a:rPr>
              <a:t>Reduced data redundancy</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285750" marR="0" lvl="0" indent="-285750" algn="l" rtl="0">
              <a:spcBef>
                <a:spcPts val="0"/>
              </a:spcBef>
              <a:spcAft>
                <a:spcPts val="0"/>
              </a:spcAft>
              <a:buClr>
                <a:schemeClr val="dk1"/>
              </a:buClr>
              <a:buSzPts val="1800"/>
              <a:buFont typeface="Noto Sans Symbols"/>
              <a:buChar char="⮚"/>
            </a:pPr>
            <a:r>
              <a:rPr lang="en-US" sz="1800">
                <a:solidFill>
                  <a:schemeClr val="dk1"/>
                </a:solidFill>
                <a:latin typeface="Calibri"/>
                <a:ea typeface="Calibri"/>
                <a:cs typeface="Calibri"/>
                <a:sym typeface="Calibri"/>
              </a:rPr>
              <a:t>Improved data integrity</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285750" marR="0" lvl="0" indent="-285750" algn="l" rtl="0">
              <a:spcBef>
                <a:spcPts val="0"/>
              </a:spcBef>
              <a:spcAft>
                <a:spcPts val="0"/>
              </a:spcAft>
              <a:buClr>
                <a:schemeClr val="dk1"/>
              </a:buClr>
              <a:buSzPts val="1800"/>
              <a:buFont typeface="Noto Sans Symbols"/>
              <a:buChar char="⮚"/>
            </a:pPr>
            <a:r>
              <a:rPr lang="en-US" sz="1800">
                <a:solidFill>
                  <a:schemeClr val="dk1"/>
                </a:solidFill>
                <a:latin typeface="Calibri"/>
                <a:ea typeface="Calibri"/>
                <a:cs typeface="Calibri"/>
                <a:sym typeface="Calibri"/>
              </a:rPr>
              <a:t>Flexible for expansion</a:t>
            </a:r>
            <a:endParaRPr/>
          </a:p>
          <a:p>
            <a:pPr marL="285750" marR="0" lvl="0" indent="-171450" algn="l" rtl="0">
              <a:spcBef>
                <a:spcPts val="0"/>
              </a:spcBef>
              <a:spcAft>
                <a:spcPts val="0"/>
              </a:spcAft>
              <a:buClr>
                <a:schemeClr val="dk1"/>
              </a:buClr>
              <a:buSzPts val="1800"/>
              <a:buFont typeface="Noto Sans Symbols"/>
              <a:buNone/>
            </a:pPr>
            <a:endParaRPr sz="1800">
              <a:solidFill>
                <a:schemeClr val="dk1"/>
              </a:solidFill>
              <a:latin typeface="Calibri"/>
              <a:ea typeface="Calibri"/>
              <a:cs typeface="Calibri"/>
              <a:sym typeface="Calibri"/>
            </a:endParaRPr>
          </a:p>
          <a:p>
            <a:pPr marL="742950" marR="0" lvl="1" indent="-285750" algn="l" rtl="0">
              <a:spcBef>
                <a:spcPts val="0"/>
              </a:spcBef>
              <a:spcAft>
                <a:spcPts val="0"/>
              </a:spcAft>
              <a:buClr>
                <a:schemeClr val="dk1"/>
              </a:buClr>
              <a:buSzPts val="1800"/>
              <a:buFont typeface="Noto Sans Symbols"/>
              <a:buChar char="⮚"/>
            </a:pPr>
            <a:r>
              <a:rPr lang="en-US" sz="1800" b="0" i="0" u="none" strike="noStrike" cap="none">
                <a:solidFill>
                  <a:schemeClr val="dk1"/>
                </a:solidFill>
                <a:latin typeface="Calibri"/>
                <a:ea typeface="Calibri"/>
                <a:cs typeface="Calibri"/>
                <a:sym typeface="Calibri"/>
              </a:rPr>
              <a:t>Types</a:t>
            </a:r>
            <a:endParaRPr/>
          </a:p>
          <a:p>
            <a:pPr marL="1200150" marR="0" lvl="2" indent="-285750" algn="l" rtl="0">
              <a:spcBef>
                <a:spcPts val="0"/>
              </a:spcBef>
              <a:spcAft>
                <a:spcPts val="0"/>
              </a:spcAft>
              <a:buClr>
                <a:schemeClr val="dk1"/>
              </a:buClr>
              <a:buSzPts val="1800"/>
              <a:buFont typeface="Noto Sans Symbols"/>
              <a:buChar char="⮚"/>
            </a:pPr>
            <a:r>
              <a:rPr lang="en-US" sz="1800" b="0" i="0" u="none" strike="noStrike" cap="none">
                <a:solidFill>
                  <a:schemeClr val="dk1"/>
                </a:solidFill>
                <a:latin typeface="Calibri"/>
                <a:ea typeface="Calibri"/>
                <a:cs typeface="Calibri"/>
                <a:sym typeface="Calibri"/>
              </a:rPr>
              <a:t>1 NF, 2 NF, 3NF, BNCF, 5NF</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2" name="Google Shape;192;p15"/>
          <p:cNvSpPr txBox="1"/>
          <p:nvPr/>
        </p:nvSpPr>
        <p:spPr>
          <a:xfrm rot="-2054307">
            <a:off x="6934200" y="4405833"/>
            <a:ext cx="4419600" cy="83099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800">
                <a:solidFill>
                  <a:schemeClr val="dk1"/>
                </a:solidFill>
                <a:latin typeface="Helvetica Neue"/>
                <a:ea typeface="Helvetica Neue"/>
                <a:cs typeface="Helvetica Neue"/>
                <a:sym typeface="Helvetica Neue"/>
              </a:rPr>
              <a:t>Solution</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16"/>
          <p:cNvSpPr txBox="1">
            <a:spLocks noGrp="1"/>
          </p:cNvSpPr>
          <p:nvPr>
            <p:ph type="title"/>
          </p:nvPr>
        </p:nvSpPr>
        <p:spPr>
          <a:xfrm>
            <a:off x="838200" y="160569"/>
            <a:ext cx="9321800" cy="76436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3200"/>
              <a:buFont typeface="Helvetica Neue"/>
              <a:buNone/>
            </a:pPr>
            <a:r>
              <a:rPr lang="en-US">
                <a:latin typeface="Helvetica Neue"/>
                <a:ea typeface="Helvetica Neue"/>
                <a:cs typeface="Helvetica Neue"/>
                <a:sym typeface="Helvetica Neue"/>
              </a:rPr>
              <a:t>Hierarchical Data Model</a:t>
            </a:r>
            <a:endParaRPr/>
          </a:p>
        </p:txBody>
      </p:sp>
      <p:pic>
        <p:nvPicPr>
          <p:cNvPr id="198" name="Google Shape;198;p16"/>
          <p:cNvPicPr preferRelativeResize="0"/>
          <p:nvPr/>
        </p:nvPicPr>
        <p:blipFill rotWithShape="1">
          <a:blip r:embed="rId3">
            <a:alphaModFix/>
          </a:blip>
          <a:srcRect/>
          <a:stretch/>
        </p:blipFill>
        <p:spPr>
          <a:xfrm>
            <a:off x="5181600" y="2786455"/>
            <a:ext cx="6019800" cy="3853190"/>
          </a:xfrm>
          <a:prstGeom prst="rect">
            <a:avLst/>
          </a:prstGeom>
          <a:noFill/>
          <a:ln>
            <a:noFill/>
          </a:ln>
        </p:spPr>
      </p:pic>
      <p:sp>
        <p:nvSpPr>
          <p:cNvPr id="199" name="Google Shape;199;p16"/>
          <p:cNvSpPr/>
          <p:nvPr/>
        </p:nvSpPr>
        <p:spPr>
          <a:xfrm>
            <a:off x="968188" y="4267200"/>
            <a:ext cx="4419600" cy="1219200"/>
          </a:xfrm>
          <a:prstGeom prst="wedgeRoundRectCallout">
            <a:avLst>
              <a:gd name="adj1" fmla="val 79776"/>
              <a:gd name="adj2" fmla="val -18382"/>
              <a:gd name="adj3" fmla="val 16667"/>
            </a:avLst>
          </a:prstGeom>
          <a:solidFill>
            <a:schemeClr val="lt1"/>
          </a:solidFill>
          <a:ln w="127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dk1"/>
                </a:solidFill>
                <a:latin typeface="Helvetica Neue"/>
                <a:ea typeface="Helvetica Neue"/>
                <a:cs typeface="Helvetica Neue"/>
                <a:sym typeface="Helvetica Neue"/>
              </a:rPr>
              <a:t>Have you seen this window?</a:t>
            </a:r>
            <a:endParaRPr dirty="0"/>
          </a:p>
          <a:p>
            <a:pPr marL="0" marR="0" lvl="0" indent="0" algn="ctr" rtl="0">
              <a:spcBef>
                <a:spcPts val="0"/>
              </a:spcBef>
              <a:spcAft>
                <a:spcPts val="0"/>
              </a:spcAft>
              <a:buNone/>
            </a:pPr>
            <a:r>
              <a:rPr lang="en-US" sz="1200" dirty="0">
                <a:solidFill>
                  <a:schemeClr val="dk1"/>
                </a:solidFill>
                <a:latin typeface="Helvetica Neue"/>
                <a:ea typeface="Helvetica Neue"/>
                <a:cs typeface="Helvetica Neue"/>
                <a:sym typeface="Helvetica Neue"/>
              </a:rPr>
              <a:t>Type Regedit in your  command prompt in windows</a:t>
            </a:r>
            <a:endParaRPr dirty="0"/>
          </a:p>
        </p:txBody>
      </p:sp>
      <p:pic>
        <p:nvPicPr>
          <p:cNvPr id="200" name="Google Shape;200;p16" descr="About XML File Databases"/>
          <p:cNvPicPr preferRelativeResize="0"/>
          <p:nvPr/>
        </p:nvPicPr>
        <p:blipFill rotWithShape="1">
          <a:blip r:embed="rId4">
            <a:alphaModFix/>
          </a:blip>
          <a:srcRect/>
          <a:stretch/>
        </p:blipFill>
        <p:spPr>
          <a:xfrm>
            <a:off x="398369" y="1085962"/>
            <a:ext cx="4783231" cy="304696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17"/>
          <p:cNvSpPr txBox="1">
            <a:spLocks noGrp="1"/>
          </p:cNvSpPr>
          <p:nvPr>
            <p:ph type="title"/>
          </p:nvPr>
        </p:nvSpPr>
        <p:spPr>
          <a:xfrm>
            <a:off x="838200" y="160569"/>
            <a:ext cx="9321800" cy="76436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3200"/>
              <a:buFont typeface="Helvetica Neue"/>
              <a:buNone/>
            </a:pPr>
            <a:r>
              <a:rPr lang="en-US"/>
              <a:t>Where is this used?</a:t>
            </a:r>
            <a:endParaRPr/>
          </a:p>
        </p:txBody>
      </p:sp>
      <p:pic>
        <p:nvPicPr>
          <p:cNvPr id="206" name="Google Shape;206;p17" descr="Data Models - Database Models and their ..."/>
          <p:cNvPicPr preferRelativeResize="0"/>
          <p:nvPr/>
        </p:nvPicPr>
        <p:blipFill rotWithShape="1">
          <a:blip r:embed="rId3">
            <a:alphaModFix/>
          </a:blip>
          <a:srcRect/>
          <a:stretch/>
        </p:blipFill>
        <p:spPr>
          <a:xfrm>
            <a:off x="0" y="1524001"/>
            <a:ext cx="5486401" cy="2790876"/>
          </a:xfrm>
          <a:prstGeom prst="rect">
            <a:avLst/>
          </a:prstGeom>
          <a:noFill/>
          <a:ln>
            <a:noFill/>
          </a:ln>
        </p:spPr>
      </p:pic>
      <p:pic>
        <p:nvPicPr>
          <p:cNvPr id="207" name="Google Shape;207;p17" descr="Indexing in Databases - GeeksforGeeks"/>
          <p:cNvPicPr preferRelativeResize="0"/>
          <p:nvPr/>
        </p:nvPicPr>
        <p:blipFill rotWithShape="1">
          <a:blip r:embed="rId4">
            <a:alphaModFix/>
          </a:blip>
          <a:srcRect/>
          <a:stretch/>
        </p:blipFill>
        <p:spPr>
          <a:xfrm>
            <a:off x="6388371" y="2723704"/>
            <a:ext cx="5803629" cy="3778622"/>
          </a:xfrm>
          <a:prstGeom prst="rect">
            <a:avLst/>
          </a:prstGeom>
          <a:noFill/>
          <a:ln>
            <a:noFill/>
          </a:ln>
        </p:spPr>
      </p:pic>
      <p:sp>
        <p:nvSpPr>
          <p:cNvPr id="208" name="Google Shape;208;p17"/>
          <p:cNvSpPr txBox="1"/>
          <p:nvPr/>
        </p:nvSpPr>
        <p:spPr>
          <a:xfrm rot="-2706546">
            <a:off x="273046" y="2492871"/>
            <a:ext cx="4953000"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Organization Structure</a:t>
            </a:r>
            <a:endParaRPr/>
          </a:p>
        </p:txBody>
      </p:sp>
      <p:sp>
        <p:nvSpPr>
          <p:cNvPr id="209" name="Google Shape;209;p17"/>
          <p:cNvSpPr txBox="1"/>
          <p:nvPr/>
        </p:nvSpPr>
        <p:spPr>
          <a:xfrm rot="-2674222">
            <a:off x="6951076" y="4262380"/>
            <a:ext cx="4953000"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DB Indexing</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18"/>
          <p:cNvSpPr txBox="1">
            <a:spLocks noGrp="1"/>
          </p:cNvSpPr>
          <p:nvPr>
            <p:ph type="title"/>
          </p:nvPr>
        </p:nvSpPr>
        <p:spPr>
          <a:xfrm>
            <a:off x="543560" y="150036"/>
            <a:ext cx="4516120" cy="76436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3200"/>
              <a:buFont typeface="Helvetica Neue"/>
              <a:buNone/>
            </a:pPr>
            <a:r>
              <a:rPr lang="en-US" dirty="0"/>
              <a:t>Graph Data Model</a:t>
            </a:r>
            <a:endParaRPr dirty="0"/>
          </a:p>
        </p:txBody>
      </p:sp>
      <p:sp>
        <p:nvSpPr>
          <p:cNvPr id="215" name="Google Shape;215;p18"/>
          <p:cNvSpPr txBox="1">
            <a:spLocks noGrp="1"/>
          </p:cNvSpPr>
          <p:nvPr>
            <p:ph type="body" idx="1"/>
          </p:nvPr>
        </p:nvSpPr>
        <p:spPr>
          <a:xfrm>
            <a:off x="317500" y="914400"/>
            <a:ext cx="11346180" cy="5405120"/>
          </a:xfrm>
          <a:prstGeom prst="rect">
            <a:avLst/>
          </a:prstGeom>
          <a:noFill/>
          <a:ln>
            <a:noFill/>
          </a:ln>
        </p:spPr>
        <p:txBody>
          <a:bodyPr spcFirstLastPara="1" wrap="square" lIns="91425" tIns="45700" rIns="91425" bIns="45700" anchor="t" anchorCtr="0">
            <a:noAutofit/>
          </a:bodyPr>
          <a:lstStyle/>
          <a:p>
            <a:pPr marL="228600" lvl="0" indent="-228600" algn="just" rtl="0">
              <a:lnSpc>
                <a:spcPct val="100000"/>
              </a:lnSpc>
              <a:spcBef>
                <a:spcPts val="2000"/>
              </a:spcBef>
              <a:spcAft>
                <a:spcPts val="0"/>
              </a:spcAft>
              <a:buClr>
                <a:schemeClr val="dk1"/>
              </a:buClr>
              <a:buSzPts val="1800"/>
              <a:buFont typeface="Noto Sans Symbols"/>
              <a:buChar char="⮚"/>
            </a:pPr>
            <a:r>
              <a:rPr lang="en-US" sz="2200" dirty="0"/>
              <a:t>Built around concept of “Graph” </a:t>
            </a:r>
            <a:endParaRPr sz="2200" dirty="0"/>
          </a:p>
          <a:p>
            <a:pPr marL="228600" lvl="0" indent="-228600" algn="just" rtl="0">
              <a:lnSpc>
                <a:spcPct val="100000"/>
              </a:lnSpc>
              <a:spcBef>
                <a:spcPts val="2000"/>
              </a:spcBef>
              <a:spcAft>
                <a:spcPts val="0"/>
              </a:spcAft>
              <a:buClr>
                <a:schemeClr val="dk1"/>
              </a:buClr>
              <a:buSzPts val="1800"/>
              <a:buFont typeface="Noto Sans Symbols"/>
              <a:buChar char="⮚"/>
            </a:pPr>
            <a:r>
              <a:rPr lang="en-US" sz="2200" dirty="0"/>
              <a:t>Graph consists of nodes and edges, where edges represents relationship between the nodes</a:t>
            </a:r>
            <a:endParaRPr sz="2200" dirty="0"/>
          </a:p>
          <a:p>
            <a:pPr marL="228600" lvl="0" indent="-228600" algn="just" rtl="0">
              <a:lnSpc>
                <a:spcPct val="100000"/>
              </a:lnSpc>
              <a:spcBef>
                <a:spcPts val="2000"/>
              </a:spcBef>
              <a:spcAft>
                <a:spcPts val="0"/>
              </a:spcAft>
              <a:buClr>
                <a:schemeClr val="dk1"/>
              </a:buClr>
              <a:buSzPts val="1800"/>
              <a:buFont typeface="Noto Sans Symbols"/>
              <a:buChar char="⮚"/>
            </a:pPr>
            <a:r>
              <a:rPr lang="en-US" sz="2200" dirty="0"/>
              <a:t>Database that uses graph structures to store its data is graph database</a:t>
            </a:r>
            <a:endParaRPr sz="2200" dirty="0"/>
          </a:p>
          <a:p>
            <a:pPr marL="228600" lvl="0" indent="-228600" algn="just" rtl="0">
              <a:lnSpc>
                <a:spcPct val="100000"/>
              </a:lnSpc>
              <a:spcBef>
                <a:spcPts val="2000"/>
              </a:spcBef>
              <a:spcAft>
                <a:spcPts val="0"/>
              </a:spcAft>
              <a:buClr>
                <a:schemeClr val="dk1"/>
              </a:buClr>
              <a:buSzPts val="1800"/>
              <a:buFont typeface="Noto Sans Symbols"/>
              <a:buChar char="⮚"/>
            </a:pPr>
            <a:r>
              <a:rPr lang="en-US" sz="2200" dirty="0"/>
              <a:t>In document database, content of each document is priority </a:t>
            </a:r>
            <a:endParaRPr sz="2200" dirty="0"/>
          </a:p>
          <a:p>
            <a:pPr marL="228600" lvl="0" indent="-228600" algn="just" rtl="0">
              <a:lnSpc>
                <a:spcPct val="100000"/>
              </a:lnSpc>
              <a:spcBef>
                <a:spcPts val="2000"/>
              </a:spcBef>
              <a:spcAft>
                <a:spcPts val="0"/>
              </a:spcAft>
              <a:buClr>
                <a:schemeClr val="dk1"/>
              </a:buClr>
              <a:buSzPts val="1800"/>
              <a:buFont typeface="Noto Sans Symbols"/>
              <a:buChar char="⮚"/>
            </a:pPr>
            <a:r>
              <a:rPr lang="en-US" sz="2200" dirty="0"/>
              <a:t>In graph database, relationships between data items are priority!</a:t>
            </a:r>
            <a:endParaRPr sz="2200" dirty="0"/>
          </a:p>
          <a:p>
            <a:pPr marL="228600" lvl="0" indent="-228600" algn="just" rtl="0">
              <a:lnSpc>
                <a:spcPct val="100000"/>
              </a:lnSpc>
              <a:spcBef>
                <a:spcPts val="2000"/>
              </a:spcBef>
              <a:spcAft>
                <a:spcPts val="0"/>
              </a:spcAft>
              <a:buClr>
                <a:schemeClr val="dk1"/>
              </a:buClr>
              <a:buSzPts val="1800"/>
              <a:buFont typeface="Noto Sans Symbols"/>
              <a:buChar char="⮚"/>
            </a:pPr>
            <a:r>
              <a:rPr lang="en-US" sz="2200" dirty="0"/>
              <a:t>Faster to retrieve data faster as relationships are models in that way</a:t>
            </a:r>
            <a:endParaRPr sz="2200" dirty="0"/>
          </a:p>
          <a:p>
            <a:pPr marL="228600" lvl="0" indent="-228600" algn="just" rtl="0">
              <a:lnSpc>
                <a:spcPct val="100000"/>
              </a:lnSpc>
              <a:spcBef>
                <a:spcPts val="2000"/>
              </a:spcBef>
              <a:spcAft>
                <a:spcPts val="0"/>
              </a:spcAft>
              <a:buClr>
                <a:schemeClr val="dk1"/>
              </a:buClr>
              <a:buSzPts val="1800"/>
              <a:buFont typeface="Noto Sans Symbols"/>
              <a:buChar char="⮚"/>
            </a:pPr>
            <a:r>
              <a:rPr lang="en-US" sz="2200" b="1" dirty="0" err="1"/>
              <a:t>Eg</a:t>
            </a:r>
            <a:r>
              <a:rPr lang="en-US" sz="2200" b="1" dirty="0"/>
              <a:t>: Graph Databases : Neo4j, Neptune, Gephi</a:t>
            </a:r>
            <a:endParaRPr sz="2200" dirty="0"/>
          </a:p>
          <a:p>
            <a:pPr marL="228600" lvl="0" indent="-114300" algn="just" rtl="0">
              <a:lnSpc>
                <a:spcPct val="100000"/>
              </a:lnSpc>
              <a:spcBef>
                <a:spcPts val="2000"/>
              </a:spcBef>
              <a:spcAft>
                <a:spcPts val="0"/>
              </a:spcAft>
              <a:buClr>
                <a:schemeClr val="dk1"/>
              </a:buClr>
              <a:buSzPts val="1800"/>
              <a:buNone/>
            </a:pPr>
            <a:endParaRPr sz="2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1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1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1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1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19"/>
          <p:cNvSpPr txBox="1">
            <a:spLocks noGrp="1"/>
          </p:cNvSpPr>
          <p:nvPr>
            <p:ph type="title"/>
          </p:nvPr>
        </p:nvSpPr>
        <p:spPr>
          <a:xfrm>
            <a:off x="457200" y="175571"/>
            <a:ext cx="4993640" cy="76436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3200"/>
              <a:buFont typeface="Helvetica Neue"/>
              <a:buNone/>
            </a:pPr>
            <a:r>
              <a:rPr lang="en-US" dirty="0">
                <a:latin typeface="Helvetica Neue"/>
                <a:ea typeface="Helvetica Neue"/>
                <a:cs typeface="Helvetica Neue"/>
                <a:sym typeface="Helvetica Neue"/>
              </a:rPr>
              <a:t>Where is this used?</a:t>
            </a:r>
            <a:endParaRPr dirty="0"/>
          </a:p>
        </p:txBody>
      </p:sp>
      <p:pic>
        <p:nvPicPr>
          <p:cNvPr id="221" name="Google Shape;221;p19" descr="Graph Database ..."/>
          <p:cNvPicPr preferRelativeResize="0"/>
          <p:nvPr/>
        </p:nvPicPr>
        <p:blipFill rotWithShape="1">
          <a:blip r:embed="rId3">
            <a:alphaModFix/>
          </a:blip>
          <a:srcRect/>
          <a:stretch/>
        </p:blipFill>
        <p:spPr>
          <a:xfrm>
            <a:off x="457200" y="1447800"/>
            <a:ext cx="5904693" cy="3667125"/>
          </a:xfrm>
          <a:prstGeom prst="rect">
            <a:avLst/>
          </a:prstGeom>
          <a:noFill/>
          <a:ln>
            <a:noFill/>
          </a:ln>
        </p:spPr>
      </p:pic>
      <p:pic>
        <p:nvPicPr>
          <p:cNvPr id="222" name="Google Shape;222;p19" descr="tailor graph neural networks ..."/>
          <p:cNvPicPr preferRelativeResize="0"/>
          <p:nvPr/>
        </p:nvPicPr>
        <p:blipFill rotWithShape="1">
          <a:blip r:embed="rId4">
            <a:alphaModFix/>
          </a:blip>
          <a:srcRect/>
          <a:stretch/>
        </p:blipFill>
        <p:spPr>
          <a:xfrm>
            <a:off x="6629400" y="1447799"/>
            <a:ext cx="5284007" cy="3667125"/>
          </a:xfrm>
          <a:prstGeom prst="rect">
            <a:avLst/>
          </a:prstGeom>
          <a:noFill/>
          <a:ln>
            <a:noFill/>
          </a:ln>
        </p:spPr>
      </p:pic>
      <p:sp>
        <p:nvSpPr>
          <p:cNvPr id="223" name="Google Shape;223;p19"/>
          <p:cNvSpPr/>
          <p:nvPr/>
        </p:nvSpPr>
        <p:spPr>
          <a:xfrm rot="-1119968">
            <a:off x="1771965" y="2818045"/>
            <a:ext cx="8130845" cy="764364"/>
          </a:xfrm>
          <a:prstGeom prst="rect">
            <a:avLst/>
          </a:prstGeom>
          <a:solidFill>
            <a:schemeClr val="lt1"/>
          </a:solidFill>
          <a:ln w="12700"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Helvetica Neue"/>
                <a:ea typeface="Helvetica Neue"/>
                <a:cs typeface="Helvetica Neue"/>
                <a:sym typeface="Helvetica Neue"/>
              </a:rPr>
              <a:t>Can you think a scenario in your organization where this is or can be used?</a:t>
            </a:r>
            <a:endParaRPr/>
          </a:p>
        </p:txBody>
      </p:sp>
      <p:sp>
        <p:nvSpPr>
          <p:cNvPr id="224" name="Google Shape;224;p19"/>
          <p:cNvSpPr txBox="1"/>
          <p:nvPr/>
        </p:nvSpPr>
        <p:spPr>
          <a:xfrm>
            <a:off x="205398" y="5214635"/>
            <a:ext cx="11708009" cy="1200288"/>
          </a:xfrm>
          <a:prstGeom prst="rect">
            <a:avLst/>
          </a:prstGeom>
          <a:noFill/>
          <a:ln>
            <a:noFill/>
          </a:ln>
        </p:spPr>
        <p:txBody>
          <a:bodyPr spcFirstLastPara="1" wrap="square" lIns="91425" tIns="45700" rIns="91425" bIns="45700" anchor="t" anchorCtr="0">
            <a:spAutoFit/>
          </a:bodyPr>
          <a:lstStyle/>
          <a:p>
            <a:pPr marL="285750" marR="0" lvl="0" indent="-285750" algn="just" rtl="0">
              <a:spcBef>
                <a:spcPts val="0"/>
              </a:spcBef>
              <a:spcAft>
                <a:spcPts val="0"/>
              </a:spcAft>
              <a:buClr>
                <a:schemeClr val="dk1"/>
              </a:buClr>
              <a:buSzPts val="1800"/>
              <a:buFont typeface="Noto Sans Symbols"/>
              <a:buChar char="⮚"/>
            </a:pPr>
            <a:r>
              <a:rPr lang="en-US" sz="1800" b="1" dirty="0">
                <a:solidFill>
                  <a:schemeClr val="dk1"/>
                </a:solidFill>
                <a:latin typeface="Helvetica Neue"/>
                <a:ea typeface="Helvetica Neue"/>
                <a:cs typeface="Helvetica Neue"/>
                <a:sym typeface="Helvetica Neue"/>
              </a:rPr>
              <a:t>Sample : </a:t>
            </a:r>
          </a:p>
          <a:p>
            <a:pPr marL="285750" marR="0" lvl="0" indent="-285750" algn="just" rtl="0">
              <a:spcBef>
                <a:spcPts val="0"/>
              </a:spcBef>
              <a:spcAft>
                <a:spcPts val="0"/>
              </a:spcAft>
              <a:buClr>
                <a:schemeClr val="dk1"/>
              </a:buClr>
              <a:buSzPts val="1800"/>
              <a:buFont typeface="Noto Sans Symbols"/>
              <a:buChar char="⮚"/>
            </a:pPr>
            <a:endParaRPr lang="en-US" sz="1800" dirty="0">
              <a:solidFill>
                <a:schemeClr val="dk1"/>
              </a:solidFill>
              <a:latin typeface="Helvetica Neue"/>
              <a:ea typeface="Helvetica Neue"/>
              <a:cs typeface="Helvetica Neue"/>
              <a:sym typeface="Helvetica Neue"/>
            </a:endParaRPr>
          </a:p>
          <a:p>
            <a:pPr marL="285750" marR="0" lvl="0" indent="-285750" algn="just" rtl="0">
              <a:spcBef>
                <a:spcPts val="0"/>
              </a:spcBef>
              <a:spcAft>
                <a:spcPts val="0"/>
              </a:spcAft>
              <a:buClr>
                <a:schemeClr val="dk1"/>
              </a:buClr>
              <a:buSzPts val="1800"/>
              <a:buFont typeface="Noto Sans Symbols"/>
              <a:buChar char="⮚"/>
            </a:pPr>
            <a:r>
              <a:rPr lang="en-US" sz="1800" dirty="0">
                <a:solidFill>
                  <a:schemeClr val="dk1"/>
                </a:solidFill>
                <a:latin typeface="Helvetica Neue"/>
                <a:ea typeface="Helvetica Neue"/>
                <a:cs typeface="Helvetica Neue"/>
                <a:sym typeface="Helvetica Neue"/>
              </a:rPr>
              <a:t>Mapping the projects to the business objectives  to see how many projects are aligned to business objectives related to each other in terms of functionality redundant with any other in terms of functionality</a:t>
            </a:r>
            <a:endParaRPr dirty="0"/>
          </a:p>
        </p:txBody>
      </p:sp>
      <p:sp>
        <p:nvSpPr>
          <p:cNvPr id="225" name="Google Shape;225;p19"/>
          <p:cNvSpPr/>
          <p:nvPr/>
        </p:nvSpPr>
        <p:spPr>
          <a:xfrm>
            <a:off x="3073117" y="904721"/>
            <a:ext cx="5284007" cy="609600"/>
          </a:xfrm>
          <a:prstGeom prst="rect">
            <a:avLst/>
          </a:prstGeom>
          <a:solidFill>
            <a:schemeClr val="lt1"/>
          </a:solidFill>
          <a:ln w="127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a:solidFill>
                  <a:schemeClr val="dk1"/>
                </a:solidFill>
                <a:latin typeface="Helvetica Neue"/>
                <a:ea typeface="Helvetica Neue"/>
                <a:cs typeface="Helvetica Neue"/>
                <a:sym typeface="Helvetica Neue"/>
              </a:rPr>
              <a:t>LinkedIn or Facebook</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20"/>
          <p:cNvSpPr txBox="1">
            <a:spLocks noGrp="1"/>
          </p:cNvSpPr>
          <p:nvPr>
            <p:ph type="title"/>
          </p:nvPr>
        </p:nvSpPr>
        <p:spPr>
          <a:xfrm>
            <a:off x="838200" y="160569"/>
            <a:ext cx="9321800" cy="76436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3200"/>
              <a:buFont typeface="Helvetica Neue"/>
              <a:buNone/>
            </a:pPr>
            <a:r>
              <a:rPr lang="en-US"/>
              <a:t>Document Datamodel</a:t>
            </a:r>
            <a:endParaRPr/>
          </a:p>
        </p:txBody>
      </p:sp>
      <p:sp>
        <p:nvSpPr>
          <p:cNvPr id="231" name="Google Shape;231;p20"/>
          <p:cNvSpPr txBox="1">
            <a:spLocks noGrp="1"/>
          </p:cNvSpPr>
          <p:nvPr>
            <p:ph type="body" idx="1"/>
          </p:nvPr>
        </p:nvSpPr>
        <p:spPr>
          <a:xfrm>
            <a:off x="361950" y="938380"/>
            <a:ext cx="11637010" cy="5919620"/>
          </a:xfrm>
          <a:prstGeom prst="rect">
            <a:avLst/>
          </a:prstGeom>
          <a:noFill/>
          <a:ln>
            <a:noFill/>
          </a:ln>
        </p:spPr>
        <p:txBody>
          <a:bodyPr spcFirstLastPara="1" wrap="square" lIns="91425" tIns="45700" rIns="91425" bIns="45700" anchor="t" anchorCtr="0">
            <a:noAutofit/>
          </a:bodyPr>
          <a:lstStyle/>
          <a:p>
            <a:pPr marL="447675" lvl="0" indent="-333375" algn="l" rtl="0">
              <a:lnSpc>
                <a:spcPct val="90000"/>
              </a:lnSpc>
              <a:spcBef>
                <a:spcPts val="0"/>
              </a:spcBef>
              <a:spcAft>
                <a:spcPts val="0"/>
              </a:spcAft>
              <a:buClr>
                <a:schemeClr val="dk1"/>
              </a:buClr>
              <a:buSzPts val="1800"/>
              <a:buFont typeface="Noto Sans Symbols"/>
              <a:buChar char="⮚"/>
            </a:pPr>
            <a:r>
              <a:rPr lang="en-US" sz="2000" dirty="0">
                <a:sym typeface="Helvetica Neue"/>
              </a:rPr>
              <a:t>Built around concept of “document” </a:t>
            </a:r>
            <a:endParaRPr sz="2000" dirty="0"/>
          </a:p>
          <a:p>
            <a:pPr marL="447675" lvl="0" indent="-333375" algn="l" rtl="0">
              <a:lnSpc>
                <a:spcPct val="90000"/>
              </a:lnSpc>
              <a:spcBef>
                <a:spcPts val="1000"/>
              </a:spcBef>
              <a:spcAft>
                <a:spcPts val="0"/>
              </a:spcAft>
              <a:buClr>
                <a:schemeClr val="dk1"/>
              </a:buClr>
              <a:buSzPts val="1800"/>
              <a:buFont typeface="Noto Sans Symbols"/>
              <a:buChar char="⮚"/>
            </a:pPr>
            <a:r>
              <a:rPr lang="en-US" sz="2000" dirty="0">
                <a:sym typeface="Helvetica Neue"/>
              </a:rPr>
              <a:t>Single continuous string, encoded as JSON, XML</a:t>
            </a:r>
            <a:endParaRPr sz="2000" dirty="0"/>
          </a:p>
          <a:p>
            <a:pPr marL="447675" lvl="0" indent="-333375" algn="l" rtl="0">
              <a:lnSpc>
                <a:spcPct val="90000"/>
              </a:lnSpc>
              <a:spcBef>
                <a:spcPts val="1000"/>
              </a:spcBef>
              <a:spcAft>
                <a:spcPts val="0"/>
              </a:spcAft>
              <a:buClr>
                <a:schemeClr val="dk1"/>
              </a:buClr>
              <a:buSzPts val="1800"/>
              <a:buFont typeface="Noto Sans Symbols"/>
              <a:buChar char="⮚"/>
            </a:pPr>
            <a:r>
              <a:rPr lang="en-US" sz="2000" dirty="0">
                <a:sym typeface="Helvetica Neue"/>
              </a:rPr>
              <a:t>Each document has a unique key that represents that document, which can be used to retrieve it</a:t>
            </a:r>
            <a:endParaRPr sz="2000" dirty="0"/>
          </a:p>
          <a:p>
            <a:pPr marL="447675" lvl="0" indent="-333375" algn="l" rtl="0">
              <a:lnSpc>
                <a:spcPct val="90000"/>
              </a:lnSpc>
              <a:spcBef>
                <a:spcPts val="1000"/>
              </a:spcBef>
              <a:spcAft>
                <a:spcPts val="0"/>
              </a:spcAft>
              <a:buClr>
                <a:schemeClr val="dk1"/>
              </a:buClr>
              <a:buSzPts val="1800"/>
              <a:buFont typeface="Noto Sans Symbols"/>
              <a:buChar char="⮚"/>
            </a:pPr>
            <a:r>
              <a:rPr lang="en-US" sz="2000" dirty="0">
                <a:sym typeface="Helvetica Neue"/>
              </a:rPr>
              <a:t>Collection of document analogous to table in relational database, document analogous to row</a:t>
            </a:r>
            <a:endParaRPr sz="2000" dirty="0"/>
          </a:p>
          <a:p>
            <a:pPr marL="447675" lvl="1" indent="-333375" algn="l" rtl="0">
              <a:lnSpc>
                <a:spcPct val="90000"/>
              </a:lnSpc>
              <a:spcBef>
                <a:spcPts val="500"/>
              </a:spcBef>
              <a:spcAft>
                <a:spcPts val="0"/>
              </a:spcAft>
              <a:buClr>
                <a:schemeClr val="dk1"/>
              </a:buClr>
              <a:buSzPts val="1800"/>
              <a:buFont typeface="Noto Sans Symbols"/>
              <a:buChar char="⮚"/>
            </a:pPr>
            <a:r>
              <a:rPr lang="en-US" sz="2000" dirty="0">
                <a:sym typeface="Helvetica Neue"/>
              </a:rPr>
              <a:t>Can convert relation into a collection of documents</a:t>
            </a:r>
            <a:endParaRPr sz="2000" dirty="0"/>
          </a:p>
          <a:p>
            <a:pPr marL="447675" lvl="1" indent="-333375" algn="l" rtl="0">
              <a:lnSpc>
                <a:spcPct val="90000"/>
              </a:lnSpc>
              <a:spcBef>
                <a:spcPts val="500"/>
              </a:spcBef>
              <a:spcAft>
                <a:spcPts val="0"/>
              </a:spcAft>
              <a:buClr>
                <a:schemeClr val="dk1"/>
              </a:buClr>
              <a:buSzPts val="1800"/>
              <a:buFont typeface="Noto Sans Symbols"/>
              <a:buChar char="⮚"/>
            </a:pPr>
            <a:r>
              <a:rPr lang="en-US" sz="2000" dirty="0">
                <a:sym typeface="Helvetica Neue"/>
              </a:rPr>
              <a:t>Collection of document much more flexible than table</a:t>
            </a:r>
            <a:endParaRPr sz="2000" dirty="0"/>
          </a:p>
          <a:p>
            <a:pPr marL="447675" lvl="0" indent="-333375" algn="l" rtl="0">
              <a:lnSpc>
                <a:spcPct val="90000"/>
              </a:lnSpc>
              <a:spcBef>
                <a:spcPts val="1000"/>
              </a:spcBef>
              <a:spcAft>
                <a:spcPts val="0"/>
              </a:spcAft>
              <a:buClr>
                <a:schemeClr val="dk1"/>
              </a:buClr>
              <a:buSzPts val="1800"/>
              <a:buNone/>
            </a:pPr>
            <a:r>
              <a:rPr lang="en-US" dirty="0">
                <a:sym typeface="Helvetica Neue"/>
              </a:rPr>
              <a:t>For example, a book can be represented as document as follows</a:t>
            </a:r>
            <a:endParaRPr dirty="0"/>
          </a:p>
          <a:p>
            <a:pPr marL="447675" lvl="0" indent="-333375" algn="l" rtl="0">
              <a:lnSpc>
                <a:spcPct val="90000"/>
              </a:lnSpc>
              <a:spcBef>
                <a:spcPts val="1000"/>
              </a:spcBef>
              <a:spcAft>
                <a:spcPts val="0"/>
              </a:spcAft>
              <a:buClr>
                <a:schemeClr val="dk1"/>
              </a:buClr>
              <a:buSzPts val="1800"/>
              <a:buNone/>
            </a:pPr>
            <a:r>
              <a:rPr lang="en-US" dirty="0">
                <a:sym typeface="Helvetica Neue"/>
              </a:rPr>
              <a:t>   {</a:t>
            </a:r>
            <a:endParaRPr dirty="0"/>
          </a:p>
          <a:p>
            <a:pPr marL="447675" lvl="1" indent="-333375" algn="l" rtl="0">
              <a:lnSpc>
                <a:spcPct val="90000"/>
              </a:lnSpc>
              <a:spcBef>
                <a:spcPts val="500"/>
              </a:spcBef>
              <a:spcAft>
                <a:spcPts val="0"/>
              </a:spcAft>
              <a:buClr>
                <a:schemeClr val="dk1"/>
              </a:buClr>
              <a:buSzPts val="1800"/>
              <a:buNone/>
            </a:pPr>
            <a:r>
              <a:rPr lang="en-US" sz="1800" dirty="0">
                <a:sym typeface="Helvetica Neue"/>
              </a:rPr>
              <a:t>“Title”: “Book1”,</a:t>
            </a:r>
            <a:endParaRPr sz="1800" dirty="0"/>
          </a:p>
          <a:p>
            <a:pPr marL="447675" lvl="1" indent="-333375" algn="l" rtl="0">
              <a:lnSpc>
                <a:spcPct val="90000"/>
              </a:lnSpc>
              <a:spcBef>
                <a:spcPts val="500"/>
              </a:spcBef>
              <a:spcAft>
                <a:spcPts val="0"/>
              </a:spcAft>
              <a:buClr>
                <a:schemeClr val="dk1"/>
              </a:buClr>
              <a:buSzPts val="1800"/>
              <a:buNone/>
            </a:pPr>
            <a:r>
              <a:rPr lang="en-US" sz="1800" dirty="0">
                <a:sym typeface="Helvetica Neue"/>
              </a:rPr>
              <a:t>“Author” : “Pravin”,</a:t>
            </a:r>
            <a:endParaRPr sz="1800" dirty="0"/>
          </a:p>
          <a:p>
            <a:pPr marL="447675" lvl="1" indent="-333375" algn="l" rtl="0">
              <a:lnSpc>
                <a:spcPct val="90000"/>
              </a:lnSpc>
              <a:spcBef>
                <a:spcPts val="500"/>
              </a:spcBef>
              <a:spcAft>
                <a:spcPts val="0"/>
              </a:spcAft>
              <a:buClr>
                <a:schemeClr val="dk1"/>
              </a:buClr>
              <a:buSzPts val="1800"/>
              <a:buNone/>
            </a:pPr>
            <a:r>
              <a:rPr lang="en-US" sz="1800" dirty="0">
                <a:sym typeface="Helvetica Neue"/>
              </a:rPr>
              <a:t>“Publisher”: “ Press1”,</a:t>
            </a:r>
            <a:endParaRPr sz="1800" dirty="0"/>
          </a:p>
          <a:p>
            <a:pPr marL="447675" lvl="1" indent="-333375" algn="l" rtl="0">
              <a:lnSpc>
                <a:spcPct val="90000"/>
              </a:lnSpc>
              <a:spcBef>
                <a:spcPts val="500"/>
              </a:spcBef>
              <a:spcAft>
                <a:spcPts val="0"/>
              </a:spcAft>
              <a:buClr>
                <a:schemeClr val="dk1"/>
              </a:buClr>
              <a:buSzPts val="1800"/>
              <a:buNone/>
            </a:pPr>
            <a:r>
              <a:rPr lang="en-US" sz="1800" dirty="0">
                <a:sym typeface="Helvetica Neue"/>
              </a:rPr>
              <a:t>“Country”: “US”,</a:t>
            </a:r>
            <a:endParaRPr sz="1800" dirty="0"/>
          </a:p>
          <a:p>
            <a:pPr marL="447675" lvl="1" indent="-333375" algn="l" rtl="0">
              <a:lnSpc>
                <a:spcPct val="90000"/>
              </a:lnSpc>
              <a:spcBef>
                <a:spcPts val="500"/>
              </a:spcBef>
              <a:spcAft>
                <a:spcPts val="0"/>
              </a:spcAft>
              <a:buClr>
                <a:schemeClr val="dk1"/>
              </a:buClr>
              <a:buSzPts val="1800"/>
              <a:buNone/>
            </a:pPr>
            <a:r>
              <a:rPr lang="en-US" sz="1800" dirty="0">
                <a:sym typeface="Helvetica Neue"/>
              </a:rPr>
              <a:t>“Sold as”: [</a:t>
            </a:r>
            <a:endParaRPr sz="1800" dirty="0"/>
          </a:p>
          <a:p>
            <a:pPr marL="447675" lvl="1" indent="-333375" algn="l" rtl="0">
              <a:lnSpc>
                <a:spcPct val="90000"/>
              </a:lnSpc>
              <a:spcBef>
                <a:spcPts val="500"/>
              </a:spcBef>
              <a:spcAft>
                <a:spcPts val="0"/>
              </a:spcAft>
              <a:buClr>
                <a:schemeClr val="dk1"/>
              </a:buClr>
              <a:buSzPts val="1800"/>
              <a:buNone/>
            </a:pPr>
            <a:r>
              <a:rPr lang="en-US" sz="1800" dirty="0">
                <a:sym typeface="Helvetica Neue"/>
              </a:rPr>
              <a:t>	{ “format”: “Paperback”, “Price”: “20”},</a:t>
            </a:r>
            <a:endParaRPr sz="1800" dirty="0"/>
          </a:p>
          <a:p>
            <a:pPr marL="447675" lvl="1" indent="-333375" algn="l" rtl="0">
              <a:lnSpc>
                <a:spcPct val="90000"/>
              </a:lnSpc>
              <a:spcBef>
                <a:spcPts val="500"/>
              </a:spcBef>
              <a:spcAft>
                <a:spcPts val="0"/>
              </a:spcAft>
              <a:buClr>
                <a:schemeClr val="dk1"/>
              </a:buClr>
              <a:buSzPts val="1800"/>
              <a:buNone/>
            </a:pPr>
            <a:r>
              <a:rPr lang="en-US" sz="1800" dirty="0">
                <a:sym typeface="Helvetica Neue"/>
              </a:rPr>
              <a:t>	{ “format”: “E-books”, “Price”: “10”},</a:t>
            </a:r>
            <a:endParaRPr sz="1800" dirty="0"/>
          </a:p>
          <a:p>
            <a:pPr marL="447675" lvl="1" indent="-333375" algn="l" rtl="0">
              <a:lnSpc>
                <a:spcPct val="90000"/>
              </a:lnSpc>
              <a:spcBef>
                <a:spcPts val="500"/>
              </a:spcBef>
              <a:spcAft>
                <a:spcPts val="0"/>
              </a:spcAft>
              <a:buClr>
                <a:schemeClr val="dk1"/>
              </a:buClr>
              <a:buSzPts val="1800"/>
              <a:buNone/>
            </a:pPr>
            <a:r>
              <a:rPr lang="en-US" sz="1800" dirty="0">
                <a:sym typeface="Helvetica Neue"/>
              </a:rPr>
              <a:t>]</a:t>
            </a:r>
            <a:endParaRPr sz="1800" dirty="0"/>
          </a:p>
          <a:p>
            <a:pPr marL="447675" lvl="0" indent="-333375" algn="l" rtl="0">
              <a:lnSpc>
                <a:spcPct val="90000"/>
              </a:lnSpc>
              <a:spcBef>
                <a:spcPts val="1000"/>
              </a:spcBef>
              <a:spcAft>
                <a:spcPts val="0"/>
              </a:spcAft>
              <a:buClr>
                <a:schemeClr val="dk1"/>
              </a:buClr>
              <a:buSzPts val="1800"/>
              <a:buNone/>
            </a:pPr>
            <a:r>
              <a:rPr lang="en-US" dirty="0">
                <a:sym typeface="Helvetica Neue"/>
              </a:rPr>
              <a:t>   }</a:t>
            </a:r>
            <a:endParaRPr dirty="0"/>
          </a:p>
          <a:p>
            <a:pPr marL="447675" lvl="0" indent="-333375" algn="l" rtl="0">
              <a:lnSpc>
                <a:spcPct val="90000"/>
              </a:lnSpc>
              <a:spcBef>
                <a:spcPts val="1000"/>
              </a:spcBef>
              <a:spcAft>
                <a:spcPts val="0"/>
              </a:spcAft>
              <a:buClr>
                <a:schemeClr val="dk1"/>
              </a:buClr>
              <a:buSzPts val="1800"/>
              <a:buNone/>
            </a:pPr>
            <a:endParaRPr sz="2000" dirty="0">
              <a:sym typeface="Helvetica Neue"/>
            </a:endParaRPr>
          </a:p>
          <a:p>
            <a:pPr marL="447675" lvl="0" indent="-333375" algn="l" rtl="0">
              <a:lnSpc>
                <a:spcPct val="90000"/>
              </a:lnSpc>
              <a:spcBef>
                <a:spcPts val="1000"/>
              </a:spcBef>
              <a:spcAft>
                <a:spcPts val="0"/>
              </a:spcAft>
              <a:buClr>
                <a:schemeClr val="dk1"/>
              </a:buClr>
              <a:buSzPts val="1800"/>
              <a:buNone/>
            </a:pPr>
            <a:endParaRPr sz="2000" dirty="0">
              <a:sym typeface="Helvetica Neue"/>
            </a:endParaRPr>
          </a:p>
          <a:p>
            <a:pPr marL="447675" lvl="0" indent="-333375" algn="l" rtl="0">
              <a:lnSpc>
                <a:spcPct val="90000"/>
              </a:lnSpc>
              <a:spcBef>
                <a:spcPts val="1000"/>
              </a:spcBef>
              <a:spcAft>
                <a:spcPts val="0"/>
              </a:spcAft>
              <a:buClr>
                <a:schemeClr val="dk1"/>
              </a:buClr>
              <a:buSzPts val="1800"/>
              <a:buNone/>
            </a:pPr>
            <a:endParaRPr sz="2000" dirty="0">
              <a:sym typeface="Helvetica Neue"/>
            </a:endParaRPr>
          </a:p>
        </p:txBody>
      </p:sp>
      <p:sp>
        <p:nvSpPr>
          <p:cNvPr id="232" name="Google Shape;232;p20"/>
          <p:cNvSpPr txBox="1"/>
          <p:nvPr/>
        </p:nvSpPr>
        <p:spPr>
          <a:xfrm>
            <a:off x="7543800" y="3810000"/>
            <a:ext cx="4038600" cy="16311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err="1">
                <a:solidFill>
                  <a:schemeClr val="dk1"/>
                </a:solidFill>
                <a:latin typeface="Helvetica Neue"/>
                <a:ea typeface="Helvetica Neue"/>
                <a:cs typeface="Helvetica Neue"/>
                <a:sym typeface="Helvetica Neue"/>
              </a:rPr>
              <a:t>Eg</a:t>
            </a:r>
            <a:r>
              <a:rPr lang="en-US" sz="1800" dirty="0">
                <a:solidFill>
                  <a:schemeClr val="dk1"/>
                </a:solidFill>
                <a:latin typeface="Helvetica Neue"/>
                <a:ea typeface="Helvetica Neue"/>
                <a:cs typeface="Helvetica Neue"/>
                <a:sym typeface="Helvetica Neue"/>
              </a:rPr>
              <a:t>: 	Amazon </a:t>
            </a:r>
            <a:r>
              <a:rPr lang="en-US" sz="1800" dirty="0" err="1">
                <a:solidFill>
                  <a:schemeClr val="dk1"/>
                </a:solidFill>
                <a:latin typeface="Helvetica Neue"/>
                <a:ea typeface="Helvetica Neue"/>
                <a:cs typeface="Helvetica Neue"/>
                <a:sym typeface="Helvetica Neue"/>
              </a:rPr>
              <a:t>DocumentDB</a:t>
            </a:r>
            <a:endParaRPr lang="en-US" sz="1800" dirty="0">
              <a:solidFill>
                <a:schemeClr val="dk1"/>
              </a:solidFill>
              <a:latin typeface="Helvetica Neue"/>
              <a:ea typeface="Helvetica Neue"/>
              <a:cs typeface="Helvetica Neue"/>
              <a:sym typeface="Helvetica Neue"/>
            </a:endParaRPr>
          </a:p>
          <a:p>
            <a:pPr marL="0" marR="0" lvl="0" indent="0" algn="l" rtl="0">
              <a:spcBef>
                <a:spcPts val="0"/>
              </a:spcBef>
              <a:spcAft>
                <a:spcPts val="0"/>
              </a:spcAft>
              <a:buNone/>
            </a:pPr>
            <a:r>
              <a:rPr lang="en-US" sz="1800" dirty="0">
                <a:solidFill>
                  <a:schemeClr val="dk1"/>
                </a:solidFill>
                <a:latin typeface="Helvetica Neue"/>
                <a:ea typeface="Helvetica Neue"/>
                <a:cs typeface="Helvetica Neue"/>
                <a:sym typeface="Helvetica Neue"/>
              </a:rPr>
              <a:t>	Apache CouchDB,</a:t>
            </a:r>
          </a:p>
          <a:p>
            <a:pPr marL="0" marR="0" lvl="0" indent="0" algn="l" rtl="0">
              <a:spcBef>
                <a:spcPts val="0"/>
              </a:spcBef>
              <a:spcAft>
                <a:spcPts val="0"/>
              </a:spcAft>
              <a:buNone/>
            </a:pPr>
            <a:r>
              <a:rPr lang="en-US" sz="1800" dirty="0">
                <a:solidFill>
                  <a:schemeClr val="dk1"/>
                </a:solidFill>
                <a:latin typeface="Helvetica Neue"/>
                <a:ea typeface="Helvetica Neue"/>
                <a:cs typeface="Helvetica Neue"/>
                <a:sym typeface="Helvetica Neue"/>
              </a:rPr>
              <a:t>	Firebase </a:t>
            </a:r>
            <a:r>
              <a:rPr lang="en-US" sz="1800" dirty="0" err="1">
                <a:solidFill>
                  <a:schemeClr val="dk1"/>
                </a:solidFill>
                <a:latin typeface="Helvetica Neue"/>
                <a:ea typeface="Helvetica Neue"/>
                <a:cs typeface="Helvetica Neue"/>
                <a:sym typeface="Helvetica Neue"/>
              </a:rPr>
              <a:t>Firestore</a:t>
            </a:r>
            <a:r>
              <a:rPr lang="en-US" sz="1800" dirty="0">
                <a:solidFill>
                  <a:schemeClr val="dk1"/>
                </a:solidFill>
                <a:latin typeface="Helvetica Neue"/>
                <a:ea typeface="Helvetica Neue"/>
                <a:cs typeface="Helvetica Neue"/>
                <a:sym typeface="Helvetica Neue"/>
              </a:rPr>
              <a:t>, </a:t>
            </a:r>
          </a:p>
          <a:p>
            <a:pPr marL="0" marR="0" lvl="0" indent="0" algn="l" rtl="0">
              <a:spcBef>
                <a:spcPts val="0"/>
              </a:spcBef>
              <a:spcAft>
                <a:spcPts val="0"/>
              </a:spcAft>
              <a:buNone/>
            </a:pPr>
            <a:endParaRPr lang="en-US" sz="1800" dirty="0">
              <a:solidFill>
                <a:schemeClr val="dk1"/>
              </a:solidFill>
              <a:latin typeface="Helvetica Neue"/>
              <a:sym typeface="Helvetica Neue"/>
            </a:endParaRPr>
          </a:p>
          <a:p>
            <a:pPr lvl="0"/>
            <a:r>
              <a:rPr lang="en-US" dirty="0"/>
              <a:t>These are all document databases that store semi‑structured data as JSON‑like documents.</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3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3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31">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31">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31">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31">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31">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31">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31">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31">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231">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231">
                                            <p:txEl>
                                              <p:pRg st="14" end="14"/>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231">
                                            <p:txEl>
                                              <p:pRg st="15" end="15"/>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231">
                                            <p:txEl>
                                              <p:pRg st="16" end="16"/>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231">
                                            <p:txEl>
                                              <p:pRg st="17" end="17"/>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231">
                                            <p:txEl>
                                              <p:pRg st="18" end="18"/>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231">
                                            <p:txEl>
                                              <p:pRg st="19" end="19"/>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2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21"/>
          <p:cNvSpPr txBox="1">
            <a:spLocks noGrp="1"/>
          </p:cNvSpPr>
          <p:nvPr>
            <p:ph type="title"/>
          </p:nvPr>
        </p:nvSpPr>
        <p:spPr>
          <a:xfrm>
            <a:off x="838200" y="160569"/>
            <a:ext cx="9321800" cy="76436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3200"/>
              <a:buFont typeface="Helvetica Neue"/>
              <a:buNone/>
            </a:pPr>
            <a:r>
              <a:rPr lang="en-US">
                <a:latin typeface="Helvetica Neue"/>
                <a:ea typeface="Helvetica Neue"/>
                <a:cs typeface="Helvetica Neue"/>
                <a:sym typeface="Helvetica Neue"/>
              </a:rPr>
              <a:t>Where is this used?</a:t>
            </a:r>
            <a:endParaRPr/>
          </a:p>
        </p:txBody>
      </p:sp>
      <p:sp>
        <p:nvSpPr>
          <p:cNvPr id="238" name="Google Shape;238;p21"/>
          <p:cNvSpPr txBox="1">
            <a:spLocks noGrp="1"/>
          </p:cNvSpPr>
          <p:nvPr>
            <p:ph type="body" idx="1"/>
          </p:nvPr>
        </p:nvSpPr>
        <p:spPr>
          <a:xfrm>
            <a:off x="419100" y="1086751"/>
            <a:ext cx="10160000" cy="3840849"/>
          </a:xfrm>
          <a:prstGeom prst="rect">
            <a:avLst/>
          </a:prstGeom>
          <a:noFill/>
          <a:ln>
            <a:noFill/>
          </a:ln>
        </p:spPr>
        <p:txBody>
          <a:bodyPr spcFirstLastPara="1" wrap="square" lIns="91425" tIns="45700" rIns="91425" bIns="45700" anchor="t" anchorCtr="0">
            <a:noAutofit/>
          </a:bodyPr>
          <a:lstStyle/>
          <a:p>
            <a:pPr marL="720725" lvl="0" indent="-720725" algn="just" rtl="0">
              <a:lnSpc>
                <a:spcPct val="200000"/>
              </a:lnSpc>
              <a:spcBef>
                <a:spcPts val="0"/>
              </a:spcBef>
              <a:spcAft>
                <a:spcPts val="0"/>
              </a:spcAft>
              <a:buClr>
                <a:schemeClr val="dk1"/>
              </a:buClr>
              <a:buSzPts val="1800"/>
              <a:buFont typeface="Noto Sans Symbols"/>
              <a:buChar char="⮚"/>
            </a:pPr>
            <a:r>
              <a:rPr lang="en-US" sz="2200" dirty="0"/>
              <a:t>Storing of unstructured or semi-structured data</a:t>
            </a:r>
            <a:endParaRPr sz="2200" dirty="0"/>
          </a:p>
          <a:p>
            <a:pPr marL="720725" lvl="0" indent="-720725" algn="just" rtl="0">
              <a:lnSpc>
                <a:spcPct val="200000"/>
              </a:lnSpc>
              <a:spcBef>
                <a:spcPts val="1000"/>
              </a:spcBef>
              <a:spcAft>
                <a:spcPts val="0"/>
              </a:spcAft>
              <a:buClr>
                <a:schemeClr val="dk1"/>
              </a:buClr>
              <a:buSzPts val="1800"/>
              <a:buFont typeface="Noto Sans Symbols"/>
              <a:buChar char="⮚"/>
            </a:pPr>
            <a:r>
              <a:rPr lang="en-US" sz="2200" dirty="0"/>
              <a:t>Emails stored as evidences</a:t>
            </a:r>
            <a:endParaRPr sz="2200" dirty="0"/>
          </a:p>
          <a:p>
            <a:pPr marL="720725" lvl="0" indent="-720725" algn="just" rtl="0">
              <a:lnSpc>
                <a:spcPct val="200000"/>
              </a:lnSpc>
              <a:spcBef>
                <a:spcPts val="1000"/>
              </a:spcBef>
              <a:spcAft>
                <a:spcPts val="0"/>
              </a:spcAft>
              <a:buClr>
                <a:schemeClr val="dk1"/>
              </a:buClr>
              <a:buSzPts val="1800"/>
              <a:buFont typeface="Noto Sans Symbols"/>
              <a:buChar char="⮚"/>
            </a:pPr>
            <a:r>
              <a:rPr lang="en-US" sz="2200" dirty="0"/>
              <a:t>Logs from devices or events</a:t>
            </a:r>
            <a:endParaRPr sz="2200" dirty="0"/>
          </a:p>
          <a:p>
            <a:pPr marL="720725" lvl="0" indent="-720725" algn="just" rtl="0">
              <a:lnSpc>
                <a:spcPct val="200000"/>
              </a:lnSpc>
              <a:spcBef>
                <a:spcPts val="1000"/>
              </a:spcBef>
              <a:spcAft>
                <a:spcPts val="0"/>
              </a:spcAft>
              <a:buClr>
                <a:schemeClr val="dk1"/>
              </a:buClr>
              <a:buSzPts val="1800"/>
              <a:buFont typeface="Noto Sans Symbols"/>
              <a:buChar char="⮚"/>
            </a:pPr>
            <a:r>
              <a:rPr lang="en-US" sz="2200" dirty="0"/>
              <a:t>Photos or images for references</a:t>
            </a:r>
            <a:endParaRPr sz="2200" dirty="0"/>
          </a:p>
          <a:p>
            <a:pPr marL="720725" lvl="0" indent="-720725" algn="just" rtl="0">
              <a:lnSpc>
                <a:spcPct val="200000"/>
              </a:lnSpc>
              <a:spcBef>
                <a:spcPts val="1000"/>
              </a:spcBef>
              <a:spcAft>
                <a:spcPts val="0"/>
              </a:spcAft>
              <a:buClr>
                <a:schemeClr val="dk1"/>
              </a:buClr>
              <a:buSzPts val="1800"/>
              <a:buFont typeface="Noto Sans Symbols"/>
              <a:buNone/>
            </a:pPr>
            <a:endParaRPr sz="2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3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3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22"/>
          <p:cNvSpPr txBox="1">
            <a:spLocks noGrp="1"/>
          </p:cNvSpPr>
          <p:nvPr>
            <p:ph type="title"/>
          </p:nvPr>
        </p:nvSpPr>
        <p:spPr>
          <a:xfrm>
            <a:off x="838200" y="160569"/>
            <a:ext cx="9321800" cy="76436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3200"/>
              <a:buFont typeface="Helvetica Neue"/>
              <a:buNone/>
            </a:pPr>
            <a:r>
              <a:rPr lang="en-US"/>
              <a:t>Key-Value Pair</a:t>
            </a:r>
            <a:endParaRPr/>
          </a:p>
        </p:txBody>
      </p:sp>
      <p:sp>
        <p:nvSpPr>
          <p:cNvPr id="244" name="Google Shape;244;p22"/>
          <p:cNvSpPr txBox="1">
            <a:spLocks noGrp="1"/>
          </p:cNvSpPr>
          <p:nvPr>
            <p:ph type="body" idx="1"/>
          </p:nvPr>
        </p:nvSpPr>
        <p:spPr>
          <a:xfrm>
            <a:off x="361950" y="938380"/>
            <a:ext cx="11468100" cy="51054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1800"/>
              <a:buNone/>
            </a:pPr>
            <a:r>
              <a:rPr lang="en-US" sz="2200" dirty="0"/>
              <a:t> Stores data as a collection of key-value pairs</a:t>
            </a:r>
            <a:endParaRPr sz="2200" dirty="0">
              <a:latin typeface="Helvetica Neue"/>
              <a:ea typeface="Helvetica Neue"/>
              <a:cs typeface="Helvetica Neue"/>
              <a:sym typeface="Helvetica Neue"/>
            </a:endParaRPr>
          </a:p>
        </p:txBody>
      </p:sp>
      <p:pic>
        <p:nvPicPr>
          <p:cNvPr id="245" name="Google Shape;245;p22"/>
          <p:cNvPicPr preferRelativeResize="0"/>
          <p:nvPr/>
        </p:nvPicPr>
        <p:blipFill rotWithShape="1">
          <a:blip r:embed="rId3">
            <a:alphaModFix/>
          </a:blip>
          <a:srcRect/>
          <a:stretch/>
        </p:blipFill>
        <p:spPr>
          <a:xfrm>
            <a:off x="533400" y="1600200"/>
            <a:ext cx="7159142" cy="24384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23"/>
          <p:cNvSpPr txBox="1">
            <a:spLocks noGrp="1"/>
          </p:cNvSpPr>
          <p:nvPr>
            <p:ph type="title"/>
          </p:nvPr>
        </p:nvSpPr>
        <p:spPr>
          <a:xfrm>
            <a:off x="838200" y="160569"/>
            <a:ext cx="9321800" cy="76436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3200"/>
              <a:buFont typeface="Helvetica Neue"/>
              <a:buNone/>
            </a:pPr>
            <a:r>
              <a:rPr lang="en-US">
                <a:latin typeface="Helvetica Neue"/>
                <a:ea typeface="Helvetica Neue"/>
                <a:cs typeface="Helvetica Neue"/>
                <a:sym typeface="Helvetica Neue"/>
              </a:rPr>
              <a:t>Where is this used?</a:t>
            </a:r>
            <a:endParaRPr/>
          </a:p>
        </p:txBody>
      </p:sp>
      <p:sp>
        <p:nvSpPr>
          <p:cNvPr id="251" name="Google Shape;251;p23"/>
          <p:cNvSpPr txBox="1">
            <a:spLocks noGrp="1"/>
          </p:cNvSpPr>
          <p:nvPr>
            <p:ph type="body" idx="1"/>
          </p:nvPr>
        </p:nvSpPr>
        <p:spPr>
          <a:xfrm>
            <a:off x="419100" y="1086751"/>
            <a:ext cx="10160000" cy="1427849"/>
          </a:xfrm>
          <a:prstGeom prst="rect">
            <a:avLst/>
          </a:prstGeom>
          <a:noFill/>
          <a:ln>
            <a:noFill/>
          </a:ln>
        </p:spPr>
        <p:txBody>
          <a:bodyPr spcFirstLastPara="1" wrap="square" lIns="91425" tIns="45700" rIns="91425" bIns="45700" anchor="t" anchorCtr="0">
            <a:normAutofit/>
          </a:bodyPr>
          <a:lstStyle/>
          <a:p>
            <a:pPr marL="228600" lvl="0" indent="-228600" algn="l" rtl="0">
              <a:lnSpc>
                <a:spcPct val="200000"/>
              </a:lnSpc>
              <a:spcBef>
                <a:spcPts val="0"/>
              </a:spcBef>
              <a:spcAft>
                <a:spcPts val="0"/>
              </a:spcAft>
              <a:buClr>
                <a:schemeClr val="dk1"/>
              </a:buClr>
              <a:buSzPts val="1800"/>
              <a:buFont typeface="Noto Sans Symbols"/>
              <a:buChar char="⮚"/>
            </a:pPr>
            <a:r>
              <a:rPr lang="en-US"/>
              <a:t>Caching of data - to </a:t>
            </a:r>
            <a:r>
              <a:rPr lang="en-US" b="1"/>
              <a:t>store copies of data in a temporary storage area for faster retrieval</a:t>
            </a:r>
            <a:endParaRPr/>
          </a:p>
          <a:p>
            <a:pPr marL="228600" lvl="0" indent="-228600" algn="l" rtl="0">
              <a:lnSpc>
                <a:spcPct val="200000"/>
              </a:lnSpc>
              <a:spcBef>
                <a:spcPts val="1000"/>
              </a:spcBef>
              <a:spcAft>
                <a:spcPts val="0"/>
              </a:spcAft>
              <a:buClr>
                <a:schemeClr val="dk1"/>
              </a:buClr>
              <a:buSzPts val="1800"/>
              <a:buFont typeface="Noto Sans Symbols"/>
              <a:buChar char="⮚"/>
            </a:pPr>
            <a:r>
              <a:rPr lang="en-US"/>
              <a:t>JSON objects – internally is a key value pair</a:t>
            </a:r>
            <a:endParaRPr/>
          </a:p>
          <a:p>
            <a:pPr marL="0" lvl="0" indent="0" algn="l" rtl="0">
              <a:lnSpc>
                <a:spcPct val="200000"/>
              </a:lnSpc>
              <a:spcBef>
                <a:spcPts val="1000"/>
              </a:spcBef>
              <a:spcAft>
                <a:spcPts val="0"/>
              </a:spcAft>
              <a:buClr>
                <a:schemeClr val="dk1"/>
              </a:buClr>
              <a:buSzPts val="1800"/>
              <a:buNone/>
            </a:pPr>
            <a:endParaRPr/>
          </a:p>
        </p:txBody>
      </p:sp>
      <p:pic>
        <p:nvPicPr>
          <p:cNvPr id="252" name="Google Shape;252;p23"/>
          <p:cNvPicPr preferRelativeResize="0"/>
          <p:nvPr/>
        </p:nvPicPr>
        <p:blipFill rotWithShape="1">
          <a:blip r:embed="rId3">
            <a:alphaModFix/>
          </a:blip>
          <a:srcRect/>
          <a:stretch/>
        </p:blipFill>
        <p:spPr>
          <a:xfrm>
            <a:off x="6096000" y="1600200"/>
            <a:ext cx="5638800" cy="4762501"/>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5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24"/>
          <p:cNvSpPr txBox="1">
            <a:spLocks noGrp="1"/>
          </p:cNvSpPr>
          <p:nvPr>
            <p:ph type="title"/>
          </p:nvPr>
        </p:nvSpPr>
        <p:spPr>
          <a:xfrm>
            <a:off x="838200" y="160569"/>
            <a:ext cx="9321800" cy="76436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3200"/>
              <a:buFont typeface="Helvetica Neue"/>
              <a:buNone/>
            </a:pPr>
            <a:r>
              <a:rPr lang="en-US" dirty="0"/>
              <a:t>Summary of Data Models</a:t>
            </a:r>
            <a:endParaRPr dirty="0"/>
          </a:p>
        </p:txBody>
      </p:sp>
      <p:grpSp>
        <p:nvGrpSpPr>
          <p:cNvPr id="258" name="Google Shape;258;p24"/>
          <p:cNvGrpSpPr/>
          <p:nvPr/>
        </p:nvGrpSpPr>
        <p:grpSpPr>
          <a:xfrm>
            <a:off x="1213583" y="924933"/>
            <a:ext cx="9186234" cy="1904155"/>
            <a:chOff x="344007" y="0"/>
            <a:chExt cx="9186234" cy="1904155"/>
          </a:xfrm>
        </p:grpSpPr>
        <p:sp>
          <p:nvSpPr>
            <p:cNvPr id="259" name="Google Shape;259;p24"/>
            <p:cNvSpPr/>
            <p:nvPr/>
          </p:nvSpPr>
          <p:spPr>
            <a:xfrm>
              <a:off x="4747344" y="786492"/>
              <a:ext cx="3996405" cy="331170"/>
            </a:xfrm>
            <a:custGeom>
              <a:avLst/>
              <a:gdLst/>
              <a:ahLst/>
              <a:cxnLst/>
              <a:rect l="l" t="t" r="r" b="b"/>
              <a:pathLst>
                <a:path w="120000" h="120000" extrusionOk="0">
                  <a:moveTo>
                    <a:pt x="0" y="0"/>
                  </a:moveTo>
                  <a:lnTo>
                    <a:pt x="0" y="60153"/>
                  </a:lnTo>
                  <a:lnTo>
                    <a:pt x="120000" y="60153"/>
                  </a:lnTo>
                  <a:lnTo>
                    <a:pt x="120000" y="120000"/>
                  </a:lnTo>
                </a:path>
              </a:pathLst>
            </a:custGeom>
            <a:noFill/>
            <a:ln w="12700" cap="flat" cmpd="sng">
              <a:solidFill>
                <a:schemeClr val="accent6"/>
              </a:solidFill>
              <a:prstDash val="solid"/>
              <a:miter lim="800000"/>
              <a:headEnd type="none" w="sm" len="sm"/>
              <a:tailEnd type="none" w="sm" len="sm"/>
            </a:ln>
          </p:spPr>
          <p:txBody>
            <a:bodyPr/>
            <a:lstStyle/>
            <a:p>
              <a:endParaRPr lang="en-US"/>
            </a:p>
          </p:txBody>
        </p:sp>
        <p:sp>
          <p:nvSpPr>
            <p:cNvPr id="260" name="Google Shape;260;p24"/>
            <p:cNvSpPr/>
            <p:nvPr/>
          </p:nvSpPr>
          <p:spPr>
            <a:xfrm>
              <a:off x="4747344" y="786492"/>
              <a:ext cx="2093092" cy="331170"/>
            </a:xfrm>
            <a:custGeom>
              <a:avLst/>
              <a:gdLst/>
              <a:ahLst/>
              <a:cxnLst/>
              <a:rect l="l" t="t" r="r" b="b"/>
              <a:pathLst>
                <a:path w="120000" h="120000" extrusionOk="0">
                  <a:moveTo>
                    <a:pt x="0" y="0"/>
                  </a:moveTo>
                  <a:lnTo>
                    <a:pt x="0" y="60153"/>
                  </a:lnTo>
                  <a:lnTo>
                    <a:pt x="120000" y="60153"/>
                  </a:lnTo>
                  <a:lnTo>
                    <a:pt x="120000" y="120000"/>
                  </a:lnTo>
                </a:path>
              </a:pathLst>
            </a:custGeom>
            <a:noFill/>
            <a:ln w="12700" cap="flat" cmpd="sng">
              <a:solidFill>
                <a:schemeClr val="accent6"/>
              </a:solidFill>
              <a:prstDash val="solid"/>
              <a:miter lim="800000"/>
              <a:headEnd type="none" w="sm" len="sm"/>
              <a:tailEnd type="none" w="sm" len="sm"/>
            </a:ln>
          </p:spPr>
          <p:txBody>
            <a:bodyPr/>
            <a:lstStyle/>
            <a:p>
              <a:endParaRPr lang="en-US"/>
            </a:p>
          </p:txBody>
        </p:sp>
        <p:sp>
          <p:nvSpPr>
            <p:cNvPr id="261" name="Google Shape;261;p24"/>
            <p:cNvSpPr/>
            <p:nvPr/>
          </p:nvSpPr>
          <p:spPr>
            <a:xfrm>
              <a:off x="4747344" y="786492"/>
              <a:ext cx="189780" cy="331170"/>
            </a:xfrm>
            <a:custGeom>
              <a:avLst/>
              <a:gdLst/>
              <a:ahLst/>
              <a:cxnLst/>
              <a:rect l="l" t="t" r="r" b="b"/>
              <a:pathLst>
                <a:path w="120000" h="120000" extrusionOk="0">
                  <a:moveTo>
                    <a:pt x="0" y="0"/>
                  </a:moveTo>
                  <a:lnTo>
                    <a:pt x="0" y="60153"/>
                  </a:lnTo>
                  <a:lnTo>
                    <a:pt x="120000" y="60153"/>
                  </a:lnTo>
                  <a:lnTo>
                    <a:pt x="120000" y="120000"/>
                  </a:lnTo>
                </a:path>
              </a:pathLst>
            </a:custGeom>
            <a:noFill/>
            <a:ln w="12700" cap="flat" cmpd="sng">
              <a:solidFill>
                <a:schemeClr val="accent6"/>
              </a:solidFill>
              <a:prstDash val="solid"/>
              <a:miter lim="800000"/>
              <a:headEnd type="none" w="sm" len="sm"/>
              <a:tailEnd type="none" w="sm" len="sm"/>
            </a:ln>
          </p:spPr>
          <p:txBody>
            <a:bodyPr/>
            <a:lstStyle/>
            <a:p>
              <a:endParaRPr lang="en-US"/>
            </a:p>
          </p:txBody>
        </p:sp>
        <p:sp>
          <p:nvSpPr>
            <p:cNvPr id="262" name="Google Shape;262;p24"/>
            <p:cNvSpPr/>
            <p:nvPr/>
          </p:nvSpPr>
          <p:spPr>
            <a:xfrm>
              <a:off x="3033812" y="786492"/>
              <a:ext cx="1713531" cy="331170"/>
            </a:xfrm>
            <a:custGeom>
              <a:avLst/>
              <a:gdLst/>
              <a:ahLst/>
              <a:cxnLst/>
              <a:rect l="l" t="t" r="r" b="b"/>
              <a:pathLst>
                <a:path w="120000" h="120000" extrusionOk="0">
                  <a:moveTo>
                    <a:pt x="120000" y="0"/>
                  </a:moveTo>
                  <a:lnTo>
                    <a:pt x="120000" y="60153"/>
                  </a:lnTo>
                  <a:lnTo>
                    <a:pt x="0" y="60153"/>
                  </a:lnTo>
                  <a:lnTo>
                    <a:pt x="0" y="120000"/>
                  </a:lnTo>
                </a:path>
              </a:pathLst>
            </a:custGeom>
            <a:noFill/>
            <a:ln w="12700" cap="flat" cmpd="sng">
              <a:solidFill>
                <a:schemeClr val="accent6"/>
              </a:solidFill>
              <a:prstDash val="solid"/>
              <a:miter lim="800000"/>
              <a:headEnd type="none" w="sm" len="sm"/>
              <a:tailEnd type="none" w="sm" len="sm"/>
            </a:ln>
          </p:spPr>
          <p:txBody>
            <a:bodyPr/>
            <a:lstStyle/>
            <a:p>
              <a:endParaRPr lang="en-US"/>
            </a:p>
          </p:txBody>
        </p:sp>
        <p:sp>
          <p:nvSpPr>
            <p:cNvPr id="263" name="Google Shape;263;p24"/>
            <p:cNvSpPr/>
            <p:nvPr/>
          </p:nvSpPr>
          <p:spPr>
            <a:xfrm>
              <a:off x="1130500" y="786492"/>
              <a:ext cx="3616843" cy="331170"/>
            </a:xfrm>
            <a:custGeom>
              <a:avLst/>
              <a:gdLst/>
              <a:ahLst/>
              <a:cxnLst/>
              <a:rect l="l" t="t" r="r" b="b"/>
              <a:pathLst>
                <a:path w="120000" h="120000" extrusionOk="0">
                  <a:moveTo>
                    <a:pt x="120000" y="0"/>
                  </a:moveTo>
                  <a:lnTo>
                    <a:pt x="120000" y="60153"/>
                  </a:lnTo>
                  <a:lnTo>
                    <a:pt x="0" y="60153"/>
                  </a:lnTo>
                  <a:lnTo>
                    <a:pt x="0" y="120000"/>
                  </a:lnTo>
                </a:path>
              </a:pathLst>
            </a:custGeom>
            <a:noFill/>
            <a:ln w="12700" cap="flat" cmpd="sng">
              <a:solidFill>
                <a:schemeClr val="accent6"/>
              </a:solidFill>
              <a:prstDash val="solid"/>
              <a:miter lim="800000"/>
              <a:headEnd type="none" w="sm" len="sm"/>
              <a:tailEnd type="none" w="sm" len="sm"/>
            </a:ln>
          </p:spPr>
          <p:txBody>
            <a:bodyPr/>
            <a:lstStyle/>
            <a:p>
              <a:endParaRPr lang="en-US"/>
            </a:p>
          </p:txBody>
        </p:sp>
        <p:sp>
          <p:nvSpPr>
            <p:cNvPr id="264" name="Google Shape;264;p24"/>
            <p:cNvSpPr/>
            <p:nvPr/>
          </p:nvSpPr>
          <p:spPr>
            <a:xfrm>
              <a:off x="3960851" y="0"/>
              <a:ext cx="1572985" cy="786492"/>
            </a:xfrm>
            <a:prstGeom prst="rect">
              <a:avLst/>
            </a:prstGeom>
            <a:solidFill>
              <a:schemeClr val="lt1"/>
            </a:solidFill>
            <a:ln w="12700" cap="flat" cmpd="sng">
              <a:solidFill>
                <a:schemeClr val="accent4"/>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24"/>
            <p:cNvSpPr txBox="1"/>
            <p:nvPr/>
          </p:nvSpPr>
          <p:spPr>
            <a:xfrm>
              <a:off x="3960851" y="0"/>
              <a:ext cx="1572985" cy="786492"/>
            </a:xfrm>
            <a:prstGeom prst="rect">
              <a:avLst/>
            </a:prstGeom>
            <a:noFill/>
            <a:ln>
              <a:noFill/>
            </a:ln>
          </p:spPr>
          <p:txBody>
            <a:bodyPr spcFirstLastPara="1" wrap="square" lIns="15875" tIns="15875" rIns="15875" bIns="15875" anchor="ctr" anchorCtr="0">
              <a:noAutofit/>
            </a:bodyPr>
            <a:lstStyle/>
            <a:p>
              <a:pPr marL="0" marR="0" lvl="0" indent="0" algn="ctr" rtl="0">
                <a:lnSpc>
                  <a:spcPct val="90000"/>
                </a:lnSpc>
                <a:spcBef>
                  <a:spcPts val="0"/>
                </a:spcBef>
                <a:spcAft>
                  <a:spcPts val="0"/>
                </a:spcAft>
                <a:buClr>
                  <a:schemeClr val="dk1"/>
                </a:buClr>
                <a:buSzPts val="2500"/>
                <a:buFont typeface="Calibri"/>
                <a:buNone/>
              </a:pPr>
              <a:r>
                <a:rPr lang="en-US" sz="2500">
                  <a:solidFill>
                    <a:schemeClr val="dk1"/>
                  </a:solidFill>
                  <a:latin typeface="Calibri"/>
                  <a:ea typeface="Calibri"/>
                  <a:cs typeface="Calibri"/>
                  <a:sym typeface="Calibri"/>
                </a:rPr>
                <a:t>Data Model</a:t>
              </a:r>
              <a:endParaRPr/>
            </a:p>
          </p:txBody>
        </p:sp>
        <p:sp>
          <p:nvSpPr>
            <p:cNvPr id="266" name="Google Shape;266;p24"/>
            <p:cNvSpPr/>
            <p:nvPr/>
          </p:nvSpPr>
          <p:spPr>
            <a:xfrm>
              <a:off x="344007" y="1117663"/>
              <a:ext cx="1572985" cy="786492"/>
            </a:xfrm>
            <a:prstGeom prst="rect">
              <a:avLst/>
            </a:prstGeom>
            <a:solidFill>
              <a:schemeClr val="lt1"/>
            </a:solidFill>
            <a:ln w="12700" cap="flat" cmpd="sng">
              <a:solidFill>
                <a:schemeClr val="accent6"/>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24"/>
            <p:cNvSpPr txBox="1"/>
            <p:nvPr/>
          </p:nvSpPr>
          <p:spPr>
            <a:xfrm>
              <a:off x="344007" y="1117663"/>
              <a:ext cx="1572985" cy="786492"/>
            </a:xfrm>
            <a:prstGeom prst="rect">
              <a:avLst/>
            </a:prstGeom>
            <a:noFill/>
            <a:ln>
              <a:noFill/>
            </a:ln>
          </p:spPr>
          <p:txBody>
            <a:bodyPr spcFirstLastPara="1" wrap="square" lIns="15875" tIns="15875" rIns="15875" bIns="15875" anchor="ctr" anchorCtr="0">
              <a:noAutofit/>
            </a:bodyPr>
            <a:lstStyle/>
            <a:p>
              <a:pPr marL="0" marR="0" lvl="0" indent="0" algn="ctr" rtl="0">
                <a:lnSpc>
                  <a:spcPct val="90000"/>
                </a:lnSpc>
                <a:spcBef>
                  <a:spcPts val="0"/>
                </a:spcBef>
                <a:spcAft>
                  <a:spcPts val="0"/>
                </a:spcAft>
                <a:buClr>
                  <a:schemeClr val="dk1"/>
                </a:buClr>
                <a:buSzPts val="2500"/>
                <a:buFont typeface="Calibri"/>
                <a:buNone/>
              </a:pPr>
              <a:r>
                <a:rPr lang="en-US" sz="2500">
                  <a:solidFill>
                    <a:schemeClr val="dk1"/>
                  </a:solidFill>
                  <a:latin typeface="Calibri"/>
                  <a:ea typeface="Calibri"/>
                  <a:cs typeface="Calibri"/>
                  <a:sym typeface="Calibri"/>
                </a:rPr>
                <a:t>Relational</a:t>
              </a:r>
              <a:endParaRPr/>
            </a:p>
          </p:txBody>
        </p:sp>
        <p:sp>
          <p:nvSpPr>
            <p:cNvPr id="268" name="Google Shape;268;p24"/>
            <p:cNvSpPr/>
            <p:nvPr/>
          </p:nvSpPr>
          <p:spPr>
            <a:xfrm>
              <a:off x="2247319" y="1117663"/>
              <a:ext cx="1572985" cy="786492"/>
            </a:xfrm>
            <a:prstGeom prst="rect">
              <a:avLst/>
            </a:prstGeom>
            <a:solidFill>
              <a:schemeClr val="lt1"/>
            </a:solidFill>
            <a:ln w="12700" cap="flat" cmpd="sng">
              <a:solidFill>
                <a:schemeClr val="accent6"/>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24"/>
            <p:cNvSpPr txBox="1"/>
            <p:nvPr/>
          </p:nvSpPr>
          <p:spPr>
            <a:xfrm>
              <a:off x="2247319" y="1117663"/>
              <a:ext cx="1572985" cy="786492"/>
            </a:xfrm>
            <a:prstGeom prst="rect">
              <a:avLst/>
            </a:prstGeom>
            <a:noFill/>
            <a:ln>
              <a:noFill/>
            </a:ln>
          </p:spPr>
          <p:txBody>
            <a:bodyPr spcFirstLastPara="1" wrap="square" lIns="15875" tIns="15875" rIns="15875" bIns="15875" anchor="ctr" anchorCtr="0">
              <a:noAutofit/>
            </a:bodyPr>
            <a:lstStyle/>
            <a:p>
              <a:pPr marL="0" marR="0" lvl="0" indent="0" algn="ctr" rtl="0">
                <a:lnSpc>
                  <a:spcPct val="90000"/>
                </a:lnSpc>
                <a:spcBef>
                  <a:spcPts val="0"/>
                </a:spcBef>
                <a:spcAft>
                  <a:spcPts val="0"/>
                </a:spcAft>
                <a:buClr>
                  <a:schemeClr val="dk1"/>
                </a:buClr>
                <a:buSzPts val="2500"/>
                <a:buFont typeface="Calibri"/>
                <a:buNone/>
              </a:pPr>
              <a:r>
                <a:rPr lang="en-US" sz="2500">
                  <a:solidFill>
                    <a:schemeClr val="dk1"/>
                  </a:solidFill>
                  <a:latin typeface="Calibri"/>
                  <a:ea typeface="Calibri"/>
                  <a:cs typeface="Calibri"/>
                  <a:sym typeface="Calibri"/>
                </a:rPr>
                <a:t>Hierarchical</a:t>
              </a:r>
              <a:endParaRPr/>
            </a:p>
          </p:txBody>
        </p:sp>
        <p:sp>
          <p:nvSpPr>
            <p:cNvPr id="270" name="Google Shape;270;p24"/>
            <p:cNvSpPr/>
            <p:nvPr/>
          </p:nvSpPr>
          <p:spPr>
            <a:xfrm>
              <a:off x="4150632" y="1117663"/>
              <a:ext cx="1572985" cy="786492"/>
            </a:xfrm>
            <a:prstGeom prst="rect">
              <a:avLst/>
            </a:prstGeom>
            <a:solidFill>
              <a:schemeClr val="lt1"/>
            </a:solidFill>
            <a:ln w="12700" cap="flat" cmpd="sng">
              <a:solidFill>
                <a:schemeClr val="accent6"/>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24"/>
            <p:cNvSpPr txBox="1"/>
            <p:nvPr/>
          </p:nvSpPr>
          <p:spPr>
            <a:xfrm>
              <a:off x="4150632" y="1117663"/>
              <a:ext cx="1572985" cy="786492"/>
            </a:xfrm>
            <a:prstGeom prst="rect">
              <a:avLst/>
            </a:prstGeom>
            <a:noFill/>
            <a:ln>
              <a:noFill/>
            </a:ln>
          </p:spPr>
          <p:txBody>
            <a:bodyPr spcFirstLastPara="1" wrap="square" lIns="15875" tIns="15875" rIns="15875" bIns="15875" anchor="ctr" anchorCtr="0">
              <a:noAutofit/>
            </a:bodyPr>
            <a:lstStyle/>
            <a:p>
              <a:pPr marL="0" marR="0" lvl="0" indent="0" algn="ctr" rtl="0">
                <a:lnSpc>
                  <a:spcPct val="90000"/>
                </a:lnSpc>
                <a:spcBef>
                  <a:spcPts val="0"/>
                </a:spcBef>
                <a:spcAft>
                  <a:spcPts val="0"/>
                </a:spcAft>
                <a:buClr>
                  <a:schemeClr val="dk1"/>
                </a:buClr>
                <a:buSzPts val="2500"/>
                <a:buFont typeface="Calibri"/>
                <a:buNone/>
              </a:pPr>
              <a:r>
                <a:rPr lang="en-US" sz="2500">
                  <a:solidFill>
                    <a:schemeClr val="dk1"/>
                  </a:solidFill>
                  <a:latin typeface="Calibri"/>
                  <a:ea typeface="Calibri"/>
                  <a:cs typeface="Calibri"/>
                  <a:sym typeface="Calibri"/>
                </a:rPr>
                <a:t>Graph</a:t>
              </a:r>
              <a:endParaRPr/>
            </a:p>
          </p:txBody>
        </p:sp>
        <p:sp>
          <p:nvSpPr>
            <p:cNvPr id="272" name="Google Shape;272;p24"/>
            <p:cNvSpPr/>
            <p:nvPr/>
          </p:nvSpPr>
          <p:spPr>
            <a:xfrm>
              <a:off x="6053944" y="1117663"/>
              <a:ext cx="1572985" cy="786492"/>
            </a:xfrm>
            <a:prstGeom prst="rect">
              <a:avLst/>
            </a:prstGeom>
            <a:solidFill>
              <a:schemeClr val="lt1"/>
            </a:solidFill>
            <a:ln w="12700" cap="flat" cmpd="sng">
              <a:solidFill>
                <a:schemeClr val="accent6"/>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24"/>
            <p:cNvSpPr txBox="1"/>
            <p:nvPr/>
          </p:nvSpPr>
          <p:spPr>
            <a:xfrm>
              <a:off x="6053944" y="1117663"/>
              <a:ext cx="1572985" cy="786492"/>
            </a:xfrm>
            <a:prstGeom prst="rect">
              <a:avLst/>
            </a:prstGeom>
            <a:noFill/>
            <a:ln>
              <a:noFill/>
            </a:ln>
          </p:spPr>
          <p:txBody>
            <a:bodyPr spcFirstLastPara="1" wrap="square" lIns="15875" tIns="15875" rIns="15875" bIns="15875" anchor="ctr" anchorCtr="0">
              <a:noAutofit/>
            </a:bodyPr>
            <a:lstStyle/>
            <a:p>
              <a:pPr marL="0" marR="0" lvl="0" indent="0" algn="ctr" rtl="0">
                <a:lnSpc>
                  <a:spcPct val="90000"/>
                </a:lnSpc>
                <a:spcBef>
                  <a:spcPts val="0"/>
                </a:spcBef>
                <a:spcAft>
                  <a:spcPts val="0"/>
                </a:spcAft>
                <a:buClr>
                  <a:schemeClr val="dk1"/>
                </a:buClr>
                <a:buSzPts val="2500"/>
                <a:buFont typeface="Calibri"/>
                <a:buNone/>
              </a:pPr>
              <a:r>
                <a:rPr lang="en-US" sz="2500">
                  <a:solidFill>
                    <a:schemeClr val="dk1"/>
                  </a:solidFill>
                  <a:latin typeface="Calibri"/>
                  <a:ea typeface="Calibri"/>
                  <a:cs typeface="Calibri"/>
                  <a:sym typeface="Calibri"/>
                </a:rPr>
                <a:t>Document</a:t>
              </a:r>
              <a:endParaRPr/>
            </a:p>
          </p:txBody>
        </p:sp>
        <p:sp>
          <p:nvSpPr>
            <p:cNvPr id="274" name="Google Shape;274;p24"/>
            <p:cNvSpPr/>
            <p:nvPr/>
          </p:nvSpPr>
          <p:spPr>
            <a:xfrm>
              <a:off x="7957256" y="1117663"/>
              <a:ext cx="1572985" cy="786492"/>
            </a:xfrm>
            <a:prstGeom prst="rect">
              <a:avLst/>
            </a:prstGeom>
            <a:solidFill>
              <a:schemeClr val="lt1"/>
            </a:solidFill>
            <a:ln w="12700" cap="flat" cmpd="sng">
              <a:solidFill>
                <a:schemeClr val="accent6"/>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24"/>
            <p:cNvSpPr txBox="1"/>
            <p:nvPr/>
          </p:nvSpPr>
          <p:spPr>
            <a:xfrm>
              <a:off x="7957256" y="1117663"/>
              <a:ext cx="1572985" cy="786492"/>
            </a:xfrm>
            <a:prstGeom prst="rect">
              <a:avLst/>
            </a:prstGeom>
            <a:noFill/>
            <a:ln>
              <a:noFill/>
            </a:ln>
          </p:spPr>
          <p:txBody>
            <a:bodyPr spcFirstLastPara="1" wrap="square" lIns="15875" tIns="15875" rIns="15875" bIns="15875" anchor="ctr" anchorCtr="0">
              <a:noAutofit/>
            </a:bodyPr>
            <a:lstStyle/>
            <a:p>
              <a:pPr marL="0" marR="0" lvl="0" indent="0" algn="ctr" rtl="0">
                <a:lnSpc>
                  <a:spcPct val="90000"/>
                </a:lnSpc>
                <a:spcBef>
                  <a:spcPts val="0"/>
                </a:spcBef>
                <a:spcAft>
                  <a:spcPts val="0"/>
                </a:spcAft>
                <a:buClr>
                  <a:schemeClr val="dk1"/>
                </a:buClr>
                <a:buSzPts val="2500"/>
                <a:buFont typeface="Calibri"/>
                <a:buNone/>
              </a:pPr>
              <a:r>
                <a:rPr lang="en-US" sz="2500">
                  <a:solidFill>
                    <a:schemeClr val="dk1"/>
                  </a:solidFill>
                  <a:latin typeface="Calibri"/>
                  <a:ea typeface="Calibri"/>
                  <a:cs typeface="Calibri"/>
                  <a:sym typeface="Calibri"/>
                </a:rPr>
                <a:t>Key value pair</a:t>
              </a:r>
              <a:endParaRPr/>
            </a:p>
          </p:txBody>
        </p:sp>
      </p:grpSp>
      <p:sp>
        <p:nvSpPr>
          <p:cNvPr id="276" name="Google Shape;276;p24"/>
          <p:cNvSpPr/>
          <p:nvPr/>
        </p:nvSpPr>
        <p:spPr>
          <a:xfrm rot="5400000">
            <a:off x="1376746" y="2609633"/>
            <a:ext cx="1398619" cy="1866115"/>
          </a:xfrm>
          <a:prstGeom prst="rightBrace">
            <a:avLst>
              <a:gd name="adj1" fmla="val 8333"/>
              <a:gd name="adj2" fmla="val 50000"/>
            </a:avLst>
          </a:prstGeom>
          <a:noFill/>
          <a:ln w="9525"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77" name="Google Shape;277;p24"/>
          <p:cNvSpPr/>
          <p:nvPr/>
        </p:nvSpPr>
        <p:spPr>
          <a:xfrm rot="5400000">
            <a:off x="6152758" y="-197046"/>
            <a:ext cx="1295400" cy="7582687"/>
          </a:xfrm>
          <a:prstGeom prst="rightBrace">
            <a:avLst>
              <a:gd name="adj1" fmla="val 8333"/>
              <a:gd name="adj2" fmla="val 50000"/>
            </a:avLst>
          </a:prstGeom>
          <a:noFill/>
          <a:ln w="9525"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78" name="Google Shape;278;p24"/>
          <p:cNvSpPr/>
          <p:nvPr/>
        </p:nvSpPr>
        <p:spPr>
          <a:xfrm>
            <a:off x="838200" y="4241998"/>
            <a:ext cx="2362200" cy="764364"/>
          </a:xfrm>
          <a:prstGeom prst="rect">
            <a:avLst/>
          </a:prstGeom>
          <a:solidFill>
            <a:schemeClr val="lt1"/>
          </a:solidFill>
          <a:ln w="127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Calibri"/>
                <a:ea typeface="Calibri"/>
                <a:cs typeface="Calibri"/>
                <a:sym typeface="Calibri"/>
              </a:rPr>
              <a:t>SQL</a:t>
            </a:r>
            <a:endParaRPr/>
          </a:p>
        </p:txBody>
      </p:sp>
      <p:sp>
        <p:nvSpPr>
          <p:cNvPr id="279" name="Google Shape;279;p24"/>
          <p:cNvSpPr/>
          <p:nvPr/>
        </p:nvSpPr>
        <p:spPr>
          <a:xfrm>
            <a:off x="3408830" y="4241998"/>
            <a:ext cx="7010400" cy="764364"/>
          </a:xfrm>
          <a:prstGeom prst="rect">
            <a:avLst/>
          </a:prstGeom>
          <a:solidFill>
            <a:schemeClr val="lt1"/>
          </a:solidFill>
          <a:ln w="127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Calibri"/>
                <a:ea typeface="Calibri"/>
                <a:cs typeface="Calibri"/>
                <a:sym typeface="Calibri"/>
              </a:rPr>
              <a:t>NoSQL</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7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7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25"/>
          <p:cNvSpPr txBox="1">
            <a:spLocks noGrp="1"/>
          </p:cNvSpPr>
          <p:nvPr>
            <p:ph type="title"/>
          </p:nvPr>
        </p:nvSpPr>
        <p:spPr>
          <a:xfrm>
            <a:off x="838200" y="160569"/>
            <a:ext cx="9321800" cy="76436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3200"/>
              <a:buFont typeface="Helvetica Neue"/>
              <a:buNone/>
            </a:pPr>
            <a:r>
              <a:rPr lang="en-US"/>
              <a:t>Comparison of various datamodels</a:t>
            </a:r>
            <a:endParaRPr/>
          </a:p>
        </p:txBody>
      </p:sp>
      <p:graphicFrame>
        <p:nvGraphicFramePr>
          <p:cNvPr id="285" name="Google Shape;285;p25"/>
          <p:cNvGraphicFramePr/>
          <p:nvPr/>
        </p:nvGraphicFramePr>
        <p:xfrm>
          <a:off x="342901" y="1143000"/>
          <a:ext cx="11506200" cy="5205455"/>
        </p:xfrm>
        <a:graphic>
          <a:graphicData uri="http://schemas.openxmlformats.org/drawingml/2006/table">
            <a:tbl>
              <a:tblPr>
                <a:noFill/>
                <a:tableStyleId>{C420DECD-8DA1-4897-9D06-18107D8CB4AA}</a:tableStyleId>
              </a:tblPr>
              <a:tblGrid>
                <a:gridCol w="1336950">
                  <a:extLst>
                    <a:ext uri="{9D8B030D-6E8A-4147-A177-3AD203B41FA5}">
                      <a16:colId xmlns:a16="http://schemas.microsoft.com/office/drawing/2014/main" val="20000"/>
                    </a:ext>
                  </a:extLst>
                </a:gridCol>
                <a:gridCol w="2033850">
                  <a:extLst>
                    <a:ext uri="{9D8B030D-6E8A-4147-A177-3AD203B41FA5}">
                      <a16:colId xmlns:a16="http://schemas.microsoft.com/office/drawing/2014/main" val="20001"/>
                    </a:ext>
                  </a:extLst>
                </a:gridCol>
                <a:gridCol w="2033850">
                  <a:extLst>
                    <a:ext uri="{9D8B030D-6E8A-4147-A177-3AD203B41FA5}">
                      <a16:colId xmlns:a16="http://schemas.microsoft.com/office/drawing/2014/main" val="20002"/>
                    </a:ext>
                  </a:extLst>
                </a:gridCol>
                <a:gridCol w="2033850">
                  <a:extLst>
                    <a:ext uri="{9D8B030D-6E8A-4147-A177-3AD203B41FA5}">
                      <a16:colId xmlns:a16="http://schemas.microsoft.com/office/drawing/2014/main" val="20003"/>
                    </a:ext>
                  </a:extLst>
                </a:gridCol>
                <a:gridCol w="2033850">
                  <a:extLst>
                    <a:ext uri="{9D8B030D-6E8A-4147-A177-3AD203B41FA5}">
                      <a16:colId xmlns:a16="http://schemas.microsoft.com/office/drawing/2014/main" val="20004"/>
                    </a:ext>
                  </a:extLst>
                </a:gridCol>
                <a:gridCol w="2033850">
                  <a:extLst>
                    <a:ext uri="{9D8B030D-6E8A-4147-A177-3AD203B41FA5}">
                      <a16:colId xmlns:a16="http://schemas.microsoft.com/office/drawing/2014/main" val="20005"/>
                    </a:ext>
                  </a:extLst>
                </a:gridCol>
              </a:tblGrid>
              <a:tr h="386850">
                <a:tc>
                  <a:txBody>
                    <a:bodyPr/>
                    <a:lstStyle/>
                    <a:p>
                      <a:pPr marL="0" marR="0" lvl="0" indent="0" algn="l" rtl="0">
                        <a:spcBef>
                          <a:spcPts val="0"/>
                        </a:spcBef>
                        <a:spcAft>
                          <a:spcPts val="0"/>
                        </a:spcAft>
                        <a:buClr>
                          <a:schemeClr val="dk1"/>
                        </a:buClr>
                        <a:buSzPts val="1800"/>
                        <a:buFont typeface="Helvetica Neue"/>
                        <a:buNone/>
                      </a:pPr>
                      <a:r>
                        <a:rPr lang="en-US" sz="1800" u="none" strike="noStrike">
                          <a:latin typeface="Helvetica Neue"/>
                          <a:ea typeface="Helvetica Neue"/>
                          <a:cs typeface="Helvetica Neue"/>
                          <a:sym typeface="Helvetica Neue"/>
                        </a:rPr>
                        <a:t> </a:t>
                      </a:r>
                      <a:endParaRPr sz="1800" b="0" i="0" u="none" strike="noStrike">
                        <a:solidFill>
                          <a:srgbClr val="000000"/>
                        </a:solidFill>
                        <a:latin typeface="Helvetica Neue"/>
                        <a:ea typeface="Helvetica Neue"/>
                        <a:cs typeface="Helvetica Neue"/>
                        <a:sym typeface="Helvetica Neue"/>
                      </a:endParaRPr>
                    </a:p>
                  </a:txBody>
                  <a:tcPr marL="9525" marR="9525" marT="9525" marB="0" anchor="b"/>
                </a:tc>
                <a:tc>
                  <a:txBody>
                    <a:bodyPr/>
                    <a:lstStyle/>
                    <a:p>
                      <a:pPr marL="0" marR="0" lvl="0" indent="0" algn="ctr" rtl="0">
                        <a:spcBef>
                          <a:spcPts val="0"/>
                        </a:spcBef>
                        <a:spcAft>
                          <a:spcPts val="0"/>
                        </a:spcAft>
                        <a:buClr>
                          <a:schemeClr val="dk1"/>
                        </a:buClr>
                        <a:buSzPts val="1800"/>
                        <a:buFont typeface="Helvetica Neue"/>
                        <a:buNone/>
                      </a:pPr>
                      <a:r>
                        <a:rPr lang="en-US" sz="1800" u="none" strike="noStrike">
                          <a:latin typeface="Helvetica Neue"/>
                          <a:ea typeface="Helvetica Neue"/>
                          <a:cs typeface="Helvetica Neue"/>
                          <a:sym typeface="Helvetica Neue"/>
                        </a:rPr>
                        <a:t>Relational</a:t>
                      </a:r>
                      <a:endParaRPr sz="1800" b="0" i="0" u="none" strike="noStrike">
                        <a:solidFill>
                          <a:srgbClr val="000000"/>
                        </a:solidFill>
                        <a:latin typeface="Helvetica Neue"/>
                        <a:ea typeface="Helvetica Neue"/>
                        <a:cs typeface="Helvetica Neue"/>
                        <a:sym typeface="Helvetica Neue"/>
                      </a:endParaRPr>
                    </a:p>
                  </a:txBody>
                  <a:tcPr marL="9525" marR="9525" marT="9525" marB="0" anchor="ctr">
                    <a:solidFill>
                      <a:schemeClr val="lt2"/>
                    </a:solidFill>
                  </a:tcPr>
                </a:tc>
                <a:tc>
                  <a:txBody>
                    <a:bodyPr/>
                    <a:lstStyle/>
                    <a:p>
                      <a:pPr marL="0" marR="0" lvl="0" indent="0" algn="ctr" rtl="0">
                        <a:spcBef>
                          <a:spcPts val="0"/>
                        </a:spcBef>
                        <a:spcAft>
                          <a:spcPts val="0"/>
                        </a:spcAft>
                        <a:buClr>
                          <a:schemeClr val="dk1"/>
                        </a:buClr>
                        <a:buSzPts val="1800"/>
                        <a:buFont typeface="Helvetica Neue"/>
                        <a:buNone/>
                      </a:pPr>
                      <a:r>
                        <a:rPr lang="en-US" sz="1800" u="none" strike="noStrike">
                          <a:latin typeface="Helvetica Neue"/>
                          <a:ea typeface="Helvetica Neue"/>
                          <a:cs typeface="Helvetica Neue"/>
                          <a:sym typeface="Helvetica Neue"/>
                        </a:rPr>
                        <a:t>Hierarchical</a:t>
                      </a:r>
                      <a:endParaRPr sz="1800" b="0" i="0" u="none" strike="noStrike">
                        <a:solidFill>
                          <a:srgbClr val="000000"/>
                        </a:solidFill>
                        <a:latin typeface="Helvetica Neue"/>
                        <a:ea typeface="Helvetica Neue"/>
                        <a:cs typeface="Helvetica Neue"/>
                        <a:sym typeface="Helvetica Neue"/>
                      </a:endParaRPr>
                    </a:p>
                  </a:txBody>
                  <a:tcPr marL="9525" marR="9525" marT="9525" marB="0" anchor="ctr">
                    <a:solidFill>
                      <a:schemeClr val="lt2"/>
                    </a:solidFill>
                  </a:tcPr>
                </a:tc>
                <a:tc>
                  <a:txBody>
                    <a:bodyPr/>
                    <a:lstStyle/>
                    <a:p>
                      <a:pPr marL="0" marR="0" lvl="0" indent="0" algn="ctr" rtl="0">
                        <a:spcBef>
                          <a:spcPts val="0"/>
                        </a:spcBef>
                        <a:spcAft>
                          <a:spcPts val="0"/>
                        </a:spcAft>
                        <a:buClr>
                          <a:schemeClr val="dk1"/>
                        </a:buClr>
                        <a:buSzPts val="1800"/>
                        <a:buFont typeface="Helvetica Neue"/>
                        <a:buNone/>
                      </a:pPr>
                      <a:r>
                        <a:rPr lang="en-US" sz="1800" u="none" strike="noStrike">
                          <a:latin typeface="Helvetica Neue"/>
                          <a:ea typeface="Helvetica Neue"/>
                          <a:cs typeface="Helvetica Neue"/>
                          <a:sym typeface="Helvetica Neue"/>
                        </a:rPr>
                        <a:t>Graph</a:t>
                      </a:r>
                      <a:endParaRPr sz="1800" b="0" i="0" u="none" strike="noStrike">
                        <a:solidFill>
                          <a:srgbClr val="000000"/>
                        </a:solidFill>
                        <a:latin typeface="Helvetica Neue"/>
                        <a:ea typeface="Helvetica Neue"/>
                        <a:cs typeface="Helvetica Neue"/>
                        <a:sym typeface="Helvetica Neue"/>
                      </a:endParaRPr>
                    </a:p>
                  </a:txBody>
                  <a:tcPr marL="9525" marR="9525" marT="9525" marB="0" anchor="ctr">
                    <a:solidFill>
                      <a:schemeClr val="lt2"/>
                    </a:solidFill>
                  </a:tcPr>
                </a:tc>
                <a:tc>
                  <a:txBody>
                    <a:bodyPr/>
                    <a:lstStyle/>
                    <a:p>
                      <a:pPr marL="0" marR="0" lvl="0" indent="0" algn="ctr" rtl="0">
                        <a:spcBef>
                          <a:spcPts val="0"/>
                        </a:spcBef>
                        <a:spcAft>
                          <a:spcPts val="0"/>
                        </a:spcAft>
                        <a:buClr>
                          <a:schemeClr val="dk1"/>
                        </a:buClr>
                        <a:buSzPts val="1800"/>
                        <a:buFont typeface="Helvetica Neue"/>
                        <a:buNone/>
                      </a:pPr>
                      <a:r>
                        <a:rPr lang="en-US" sz="1800" u="none" strike="noStrike">
                          <a:latin typeface="Helvetica Neue"/>
                          <a:ea typeface="Helvetica Neue"/>
                          <a:cs typeface="Helvetica Neue"/>
                          <a:sym typeface="Helvetica Neue"/>
                        </a:rPr>
                        <a:t>Document</a:t>
                      </a:r>
                      <a:endParaRPr sz="1800" b="0" i="0" u="none" strike="noStrike">
                        <a:solidFill>
                          <a:srgbClr val="000000"/>
                        </a:solidFill>
                        <a:latin typeface="Helvetica Neue"/>
                        <a:ea typeface="Helvetica Neue"/>
                        <a:cs typeface="Helvetica Neue"/>
                        <a:sym typeface="Helvetica Neue"/>
                      </a:endParaRPr>
                    </a:p>
                  </a:txBody>
                  <a:tcPr marL="9525" marR="9525" marT="9525" marB="0" anchor="ctr">
                    <a:solidFill>
                      <a:schemeClr val="lt2"/>
                    </a:solidFill>
                  </a:tcPr>
                </a:tc>
                <a:tc>
                  <a:txBody>
                    <a:bodyPr/>
                    <a:lstStyle/>
                    <a:p>
                      <a:pPr marL="0" marR="0" lvl="0" indent="0" algn="ctr" rtl="0">
                        <a:spcBef>
                          <a:spcPts val="0"/>
                        </a:spcBef>
                        <a:spcAft>
                          <a:spcPts val="0"/>
                        </a:spcAft>
                        <a:buClr>
                          <a:schemeClr val="dk1"/>
                        </a:buClr>
                        <a:buSzPts val="1800"/>
                        <a:buFont typeface="Helvetica Neue"/>
                        <a:buNone/>
                      </a:pPr>
                      <a:r>
                        <a:rPr lang="en-US" sz="1800" u="none" strike="noStrike">
                          <a:latin typeface="Helvetica Neue"/>
                          <a:ea typeface="Helvetica Neue"/>
                          <a:cs typeface="Helvetica Neue"/>
                          <a:sym typeface="Helvetica Neue"/>
                        </a:rPr>
                        <a:t>Key-Value Pair</a:t>
                      </a:r>
                      <a:endParaRPr sz="1800" b="0" i="0" u="none" strike="noStrike">
                        <a:solidFill>
                          <a:srgbClr val="000000"/>
                        </a:solidFill>
                        <a:latin typeface="Helvetica Neue"/>
                        <a:ea typeface="Helvetica Neue"/>
                        <a:cs typeface="Helvetica Neue"/>
                        <a:sym typeface="Helvetica Neue"/>
                      </a:endParaRPr>
                    </a:p>
                  </a:txBody>
                  <a:tcPr marL="9525" marR="9525" marT="9525" marB="0" anchor="ctr">
                    <a:solidFill>
                      <a:schemeClr val="lt2"/>
                    </a:solidFill>
                  </a:tcPr>
                </a:tc>
                <a:extLst>
                  <a:ext uri="{0D108BD9-81ED-4DB2-BD59-A6C34878D82A}">
                    <a16:rowId xmlns:a16="http://schemas.microsoft.com/office/drawing/2014/main" val="10000"/>
                  </a:ext>
                </a:extLst>
              </a:tr>
              <a:tr h="773725">
                <a:tc>
                  <a:txBody>
                    <a:bodyPr/>
                    <a:lstStyle/>
                    <a:p>
                      <a:pPr marL="0" marR="0" lvl="0" indent="0" algn="l" rtl="0">
                        <a:spcBef>
                          <a:spcPts val="0"/>
                        </a:spcBef>
                        <a:spcAft>
                          <a:spcPts val="0"/>
                        </a:spcAft>
                        <a:buClr>
                          <a:schemeClr val="dk1"/>
                        </a:buClr>
                        <a:buSzPts val="1800"/>
                        <a:buFont typeface="Helvetica Neue"/>
                        <a:buNone/>
                      </a:pPr>
                      <a:r>
                        <a:rPr lang="en-US" sz="1800" u="none" strike="noStrike">
                          <a:latin typeface="Helvetica Neue"/>
                          <a:ea typeface="Helvetica Neue"/>
                          <a:cs typeface="Helvetica Neue"/>
                          <a:sym typeface="Helvetica Neue"/>
                        </a:rPr>
                        <a:t>Structure</a:t>
                      </a:r>
                      <a:endParaRPr sz="1800" b="1" i="0" u="none" strike="noStrike">
                        <a:solidFill>
                          <a:srgbClr val="000000"/>
                        </a:solidFill>
                        <a:latin typeface="Helvetica Neue"/>
                        <a:ea typeface="Helvetica Neue"/>
                        <a:cs typeface="Helvetica Neue"/>
                        <a:sym typeface="Helvetica Neue"/>
                      </a:endParaRPr>
                    </a:p>
                  </a:txBody>
                  <a:tcPr marL="9525" marR="9525" marT="9525" marB="0" anchor="ctr">
                    <a:solidFill>
                      <a:srgbClr val="DDEAF6"/>
                    </a:solidFill>
                  </a:tcPr>
                </a:tc>
                <a:tc>
                  <a:txBody>
                    <a:bodyPr/>
                    <a:lstStyle/>
                    <a:p>
                      <a:pPr marL="0" marR="0" lvl="0" indent="0" algn="l" rtl="0">
                        <a:spcBef>
                          <a:spcPts val="0"/>
                        </a:spcBef>
                        <a:spcAft>
                          <a:spcPts val="0"/>
                        </a:spcAft>
                        <a:buClr>
                          <a:schemeClr val="dk1"/>
                        </a:buClr>
                        <a:buSzPts val="1800"/>
                        <a:buFont typeface="Helvetica Neue"/>
                        <a:buNone/>
                      </a:pPr>
                      <a:r>
                        <a:rPr lang="en-US" sz="1800" u="none" strike="noStrike">
                          <a:latin typeface="Helvetica Neue"/>
                          <a:ea typeface="Helvetica Neue"/>
                          <a:cs typeface="Helvetica Neue"/>
                          <a:sym typeface="Helvetica Neue"/>
                        </a:rPr>
                        <a:t>Strictly schema-based (tables, rows, columns)</a:t>
                      </a:r>
                      <a:endParaRPr sz="1800" b="0" i="0" u="none" strike="noStrike">
                        <a:solidFill>
                          <a:srgbClr val="000000"/>
                        </a:solidFill>
                        <a:latin typeface="Helvetica Neue"/>
                        <a:ea typeface="Helvetica Neue"/>
                        <a:cs typeface="Helvetica Neue"/>
                        <a:sym typeface="Helvetica Neue"/>
                      </a:endParaRPr>
                    </a:p>
                  </a:txBody>
                  <a:tcPr marL="9525" marR="9525" marT="9525" marB="0" anchor="ctr"/>
                </a:tc>
                <a:tc>
                  <a:txBody>
                    <a:bodyPr/>
                    <a:lstStyle/>
                    <a:p>
                      <a:pPr marL="0" marR="0" lvl="0" indent="0" algn="l" rtl="0">
                        <a:spcBef>
                          <a:spcPts val="0"/>
                        </a:spcBef>
                        <a:spcAft>
                          <a:spcPts val="0"/>
                        </a:spcAft>
                        <a:buClr>
                          <a:schemeClr val="dk1"/>
                        </a:buClr>
                        <a:buSzPts val="1800"/>
                        <a:buFont typeface="Helvetica Neue"/>
                        <a:buNone/>
                      </a:pPr>
                      <a:r>
                        <a:rPr lang="en-US" sz="1800" u="none" strike="noStrike">
                          <a:latin typeface="Helvetica Neue"/>
                          <a:ea typeface="Helvetica Neue"/>
                          <a:cs typeface="Helvetica Neue"/>
                          <a:sym typeface="Helvetica Neue"/>
                        </a:rPr>
                        <a:t>Tree-like (parent-child)</a:t>
                      </a:r>
                      <a:endParaRPr sz="1800" b="0" i="0" u="none" strike="noStrike">
                        <a:solidFill>
                          <a:srgbClr val="000000"/>
                        </a:solidFill>
                        <a:latin typeface="Helvetica Neue"/>
                        <a:ea typeface="Helvetica Neue"/>
                        <a:cs typeface="Helvetica Neue"/>
                        <a:sym typeface="Helvetica Neue"/>
                      </a:endParaRPr>
                    </a:p>
                  </a:txBody>
                  <a:tcPr marL="9525" marR="9525" marT="9525" marB="0" anchor="ctr"/>
                </a:tc>
                <a:tc>
                  <a:txBody>
                    <a:bodyPr/>
                    <a:lstStyle/>
                    <a:p>
                      <a:pPr marL="0" marR="0" lvl="0" indent="0" algn="l" rtl="0">
                        <a:spcBef>
                          <a:spcPts val="0"/>
                        </a:spcBef>
                        <a:spcAft>
                          <a:spcPts val="0"/>
                        </a:spcAft>
                        <a:buClr>
                          <a:schemeClr val="dk1"/>
                        </a:buClr>
                        <a:buSzPts val="1800"/>
                        <a:buFont typeface="Helvetica Neue"/>
                        <a:buNone/>
                      </a:pPr>
                      <a:r>
                        <a:rPr lang="en-US" sz="1800" u="none" strike="noStrike">
                          <a:latin typeface="Helvetica Neue"/>
                          <a:ea typeface="Helvetica Neue"/>
                          <a:cs typeface="Helvetica Neue"/>
                          <a:sym typeface="Helvetica Neue"/>
                        </a:rPr>
                        <a:t>Nodes and edges (flexible)</a:t>
                      </a:r>
                      <a:endParaRPr sz="1800" b="0" i="0" u="none" strike="noStrike">
                        <a:solidFill>
                          <a:srgbClr val="000000"/>
                        </a:solidFill>
                        <a:latin typeface="Helvetica Neue"/>
                        <a:ea typeface="Helvetica Neue"/>
                        <a:cs typeface="Helvetica Neue"/>
                        <a:sym typeface="Helvetica Neue"/>
                      </a:endParaRPr>
                    </a:p>
                  </a:txBody>
                  <a:tcPr marL="9525" marR="9525" marT="9525" marB="0" anchor="ctr"/>
                </a:tc>
                <a:tc>
                  <a:txBody>
                    <a:bodyPr/>
                    <a:lstStyle/>
                    <a:p>
                      <a:pPr marL="0" marR="0" lvl="0" indent="0" algn="l" rtl="0">
                        <a:spcBef>
                          <a:spcPts val="0"/>
                        </a:spcBef>
                        <a:spcAft>
                          <a:spcPts val="0"/>
                        </a:spcAft>
                        <a:buClr>
                          <a:schemeClr val="dk1"/>
                        </a:buClr>
                        <a:buSzPts val="1800"/>
                        <a:buFont typeface="Helvetica Neue"/>
                        <a:buNone/>
                      </a:pPr>
                      <a:r>
                        <a:rPr lang="en-US" sz="1800" u="none" strike="noStrike">
                          <a:latin typeface="Helvetica Neue"/>
                          <a:ea typeface="Helvetica Neue"/>
                          <a:cs typeface="Helvetica Neue"/>
                          <a:sym typeface="Helvetica Neue"/>
                        </a:rPr>
                        <a:t>Semi-structured (JSON/XML)</a:t>
                      </a:r>
                      <a:endParaRPr sz="1800" b="0" i="0" u="none" strike="noStrike">
                        <a:solidFill>
                          <a:srgbClr val="000000"/>
                        </a:solidFill>
                        <a:latin typeface="Helvetica Neue"/>
                        <a:ea typeface="Helvetica Neue"/>
                        <a:cs typeface="Helvetica Neue"/>
                        <a:sym typeface="Helvetica Neue"/>
                      </a:endParaRPr>
                    </a:p>
                  </a:txBody>
                  <a:tcPr marL="9525" marR="9525" marT="9525" marB="0" anchor="ctr"/>
                </a:tc>
                <a:tc>
                  <a:txBody>
                    <a:bodyPr/>
                    <a:lstStyle/>
                    <a:p>
                      <a:pPr marL="0" marR="0" lvl="0" indent="0" algn="l" rtl="0">
                        <a:spcBef>
                          <a:spcPts val="0"/>
                        </a:spcBef>
                        <a:spcAft>
                          <a:spcPts val="0"/>
                        </a:spcAft>
                        <a:buClr>
                          <a:schemeClr val="dk1"/>
                        </a:buClr>
                        <a:buSzPts val="1800"/>
                        <a:buFont typeface="Helvetica Neue"/>
                        <a:buNone/>
                      </a:pPr>
                      <a:r>
                        <a:rPr lang="en-US" sz="1800" u="none" strike="noStrike">
                          <a:latin typeface="Helvetica Neue"/>
                          <a:ea typeface="Helvetica Neue"/>
                          <a:cs typeface="Helvetica Neue"/>
                          <a:sym typeface="Helvetica Neue"/>
                        </a:rPr>
                        <a:t>Simple key → value pairs</a:t>
                      </a:r>
                      <a:endParaRPr sz="1800" b="0" i="0" u="none" strike="noStrike">
                        <a:solidFill>
                          <a:srgbClr val="000000"/>
                        </a:solidFill>
                        <a:latin typeface="Helvetica Neue"/>
                        <a:ea typeface="Helvetica Neue"/>
                        <a:cs typeface="Helvetica Neue"/>
                        <a:sym typeface="Helvetica Neue"/>
                      </a:endParaRPr>
                    </a:p>
                  </a:txBody>
                  <a:tcPr marL="9525" marR="9525" marT="9525" marB="0" anchor="ctr"/>
                </a:tc>
                <a:extLst>
                  <a:ext uri="{0D108BD9-81ED-4DB2-BD59-A6C34878D82A}">
                    <a16:rowId xmlns:a16="http://schemas.microsoft.com/office/drawing/2014/main" val="10001"/>
                  </a:ext>
                </a:extLst>
              </a:tr>
              <a:tr h="773725">
                <a:tc>
                  <a:txBody>
                    <a:bodyPr/>
                    <a:lstStyle/>
                    <a:p>
                      <a:pPr marL="0" marR="0" lvl="0" indent="0" algn="l" rtl="0">
                        <a:spcBef>
                          <a:spcPts val="0"/>
                        </a:spcBef>
                        <a:spcAft>
                          <a:spcPts val="0"/>
                        </a:spcAft>
                        <a:buClr>
                          <a:schemeClr val="dk1"/>
                        </a:buClr>
                        <a:buSzPts val="1800"/>
                        <a:buFont typeface="Helvetica Neue"/>
                        <a:buNone/>
                      </a:pPr>
                      <a:r>
                        <a:rPr lang="en-US" sz="1800" u="none" strike="noStrike">
                          <a:latin typeface="Helvetica Neue"/>
                          <a:ea typeface="Helvetica Neue"/>
                          <a:cs typeface="Helvetica Neue"/>
                          <a:sym typeface="Helvetica Neue"/>
                        </a:rPr>
                        <a:t>Querying</a:t>
                      </a:r>
                      <a:endParaRPr sz="1800" b="1" i="0" u="none" strike="noStrike">
                        <a:solidFill>
                          <a:srgbClr val="000000"/>
                        </a:solidFill>
                        <a:latin typeface="Helvetica Neue"/>
                        <a:ea typeface="Helvetica Neue"/>
                        <a:cs typeface="Helvetica Neue"/>
                        <a:sym typeface="Helvetica Neue"/>
                      </a:endParaRPr>
                    </a:p>
                  </a:txBody>
                  <a:tcPr marL="9525" marR="9525" marT="9525" marB="0" anchor="ctr">
                    <a:solidFill>
                      <a:srgbClr val="DDEAF6"/>
                    </a:solidFill>
                  </a:tcPr>
                </a:tc>
                <a:tc>
                  <a:txBody>
                    <a:bodyPr/>
                    <a:lstStyle/>
                    <a:p>
                      <a:pPr marL="0" marR="0" lvl="0" indent="0" algn="l" rtl="0">
                        <a:spcBef>
                          <a:spcPts val="0"/>
                        </a:spcBef>
                        <a:spcAft>
                          <a:spcPts val="0"/>
                        </a:spcAft>
                        <a:buClr>
                          <a:schemeClr val="dk1"/>
                        </a:buClr>
                        <a:buSzPts val="1800"/>
                        <a:buFont typeface="Helvetica Neue"/>
                        <a:buNone/>
                      </a:pPr>
                      <a:r>
                        <a:rPr lang="en-US" sz="1800" u="none" strike="noStrike">
                          <a:latin typeface="Helvetica Neue"/>
                          <a:ea typeface="Helvetica Neue"/>
                          <a:cs typeface="Helvetica Neue"/>
                          <a:sym typeface="Helvetica Neue"/>
                        </a:rPr>
                        <a:t>SQL (standardized, powerful)</a:t>
                      </a:r>
                      <a:endParaRPr sz="1800" b="0" i="0" u="none" strike="noStrike">
                        <a:solidFill>
                          <a:srgbClr val="000000"/>
                        </a:solidFill>
                        <a:latin typeface="Helvetica Neue"/>
                        <a:ea typeface="Helvetica Neue"/>
                        <a:cs typeface="Helvetica Neue"/>
                        <a:sym typeface="Helvetica Neue"/>
                      </a:endParaRPr>
                    </a:p>
                  </a:txBody>
                  <a:tcPr marL="9525" marR="9525" marT="9525" marB="0" anchor="ctr"/>
                </a:tc>
                <a:tc>
                  <a:txBody>
                    <a:bodyPr/>
                    <a:lstStyle/>
                    <a:p>
                      <a:pPr marL="0" marR="0" lvl="0" indent="0" algn="l" rtl="0">
                        <a:spcBef>
                          <a:spcPts val="0"/>
                        </a:spcBef>
                        <a:spcAft>
                          <a:spcPts val="0"/>
                        </a:spcAft>
                        <a:buClr>
                          <a:schemeClr val="dk1"/>
                        </a:buClr>
                        <a:buSzPts val="1800"/>
                        <a:buFont typeface="Helvetica Neue"/>
                        <a:buNone/>
                      </a:pPr>
                      <a:r>
                        <a:rPr lang="en-US" sz="1800" u="none" strike="noStrike">
                          <a:latin typeface="Helvetica Neue"/>
                          <a:ea typeface="Helvetica Neue"/>
                          <a:cs typeface="Helvetica Neue"/>
                          <a:sym typeface="Helvetica Neue"/>
                        </a:rPr>
                        <a:t>Navigational (e.g., DL/I)</a:t>
                      </a:r>
                      <a:endParaRPr sz="1800" b="0" i="0" u="none" strike="noStrike">
                        <a:solidFill>
                          <a:srgbClr val="000000"/>
                        </a:solidFill>
                        <a:latin typeface="Helvetica Neue"/>
                        <a:ea typeface="Helvetica Neue"/>
                        <a:cs typeface="Helvetica Neue"/>
                        <a:sym typeface="Helvetica Neue"/>
                      </a:endParaRPr>
                    </a:p>
                  </a:txBody>
                  <a:tcPr marL="9525" marR="9525" marT="9525" marB="0" anchor="ctr"/>
                </a:tc>
                <a:tc>
                  <a:txBody>
                    <a:bodyPr/>
                    <a:lstStyle/>
                    <a:p>
                      <a:pPr marL="0" marR="0" lvl="0" indent="0" algn="l" rtl="0">
                        <a:spcBef>
                          <a:spcPts val="0"/>
                        </a:spcBef>
                        <a:spcAft>
                          <a:spcPts val="0"/>
                        </a:spcAft>
                        <a:buClr>
                          <a:schemeClr val="dk1"/>
                        </a:buClr>
                        <a:buSzPts val="1800"/>
                        <a:buFont typeface="Helvetica Neue"/>
                        <a:buNone/>
                      </a:pPr>
                      <a:r>
                        <a:rPr lang="en-US" sz="1800" u="none" strike="noStrike">
                          <a:latin typeface="Helvetica Neue"/>
                          <a:ea typeface="Helvetica Neue"/>
                          <a:cs typeface="Helvetica Neue"/>
                          <a:sym typeface="Helvetica Neue"/>
                        </a:rPr>
                        <a:t>Cypher, Gremlin (relationship-oriented)</a:t>
                      </a:r>
                      <a:endParaRPr sz="1800" b="0" i="0" u="none" strike="noStrike">
                        <a:solidFill>
                          <a:srgbClr val="000000"/>
                        </a:solidFill>
                        <a:latin typeface="Helvetica Neue"/>
                        <a:ea typeface="Helvetica Neue"/>
                        <a:cs typeface="Helvetica Neue"/>
                        <a:sym typeface="Helvetica Neue"/>
                      </a:endParaRPr>
                    </a:p>
                  </a:txBody>
                  <a:tcPr marL="9525" marR="9525" marT="9525" marB="0" anchor="ctr"/>
                </a:tc>
                <a:tc>
                  <a:txBody>
                    <a:bodyPr/>
                    <a:lstStyle/>
                    <a:p>
                      <a:pPr marL="0" marR="0" lvl="0" indent="0" algn="l" rtl="0">
                        <a:spcBef>
                          <a:spcPts val="0"/>
                        </a:spcBef>
                        <a:spcAft>
                          <a:spcPts val="0"/>
                        </a:spcAft>
                        <a:buClr>
                          <a:schemeClr val="dk1"/>
                        </a:buClr>
                        <a:buSzPts val="1800"/>
                        <a:buFont typeface="Helvetica Neue"/>
                        <a:buNone/>
                      </a:pPr>
                      <a:r>
                        <a:rPr lang="en-US" sz="1800" u="none" strike="noStrike">
                          <a:latin typeface="Helvetica Neue"/>
                          <a:ea typeface="Helvetica Neue"/>
                          <a:cs typeface="Helvetica Neue"/>
                          <a:sym typeface="Helvetica Neue"/>
                        </a:rPr>
                        <a:t>JSONPath, MongoDB Query Language</a:t>
                      </a:r>
                      <a:endParaRPr sz="1800" b="0" i="0" u="none" strike="noStrike">
                        <a:solidFill>
                          <a:srgbClr val="000000"/>
                        </a:solidFill>
                        <a:latin typeface="Helvetica Neue"/>
                        <a:ea typeface="Helvetica Neue"/>
                        <a:cs typeface="Helvetica Neue"/>
                        <a:sym typeface="Helvetica Neue"/>
                      </a:endParaRPr>
                    </a:p>
                  </a:txBody>
                  <a:tcPr marL="9525" marR="9525" marT="9525" marB="0" anchor="ctr"/>
                </a:tc>
                <a:tc>
                  <a:txBody>
                    <a:bodyPr/>
                    <a:lstStyle/>
                    <a:p>
                      <a:pPr marL="0" marR="0" lvl="0" indent="0" algn="l" rtl="0">
                        <a:spcBef>
                          <a:spcPts val="0"/>
                        </a:spcBef>
                        <a:spcAft>
                          <a:spcPts val="0"/>
                        </a:spcAft>
                        <a:buClr>
                          <a:schemeClr val="dk1"/>
                        </a:buClr>
                        <a:buSzPts val="1800"/>
                        <a:buFont typeface="Helvetica Neue"/>
                        <a:buNone/>
                      </a:pPr>
                      <a:r>
                        <a:rPr lang="en-US" sz="1800" u="none" strike="noStrike">
                          <a:latin typeface="Helvetica Neue"/>
                          <a:ea typeface="Helvetica Neue"/>
                          <a:cs typeface="Helvetica Neue"/>
                          <a:sym typeface="Helvetica Neue"/>
                        </a:rPr>
                        <a:t>By key only (very limited querying)</a:t>
                      </a:r>
                      <a:endParaRPr sz="1800" b="0" i="0" u="none" strike="noStrike">
                        <a:solidFill>
                          <a:srgbClr val="000000"/>
                        </a:solidFill>
                        <a:latin typeface="Helvetica Neue"/>
                        <a:ea typeface="Helvetica Neue"/>
                        <a:cs typeface="Helvetica Neue"/>
                        <a:sym typeface="Helvetica Neue"/>
                      </a:endParaRPr>
                    </a:p>
                  </a:txBody>
                  <a:tcPr marL="9525" marR="9525" marT="9525" marB="0" anchor="ctr"/>
                </a:tc>
                <a:extLst>
                  <a:ext uri="{0D108BD9-81ED-4DB2-BD59-A6C34878D82A}">
                    <a16:rowId xmlns:a16="http://schemas.microsoft.com/office/drawing/2014/main" val="10002"/>
                  </a:ext>
                </a:extLst>
              </a:tr>
              <a:tr h="1160575">
                <a:tc>
                  <a:txBody>
                    <a:bodyPr/>
                    <a:lstStyle/>
                    <a:p>
                      <a:pPr marL="0" marR="0" lvl="0" indent="0" algn="l" rtl="0">
                        <a:spcBef>
                          <a:spcPts val="0"/>
                        </a:spcBef>
                        <a:spcAft>
                          <a:spcPts val="0"/>
                        </a:spcAft>
                        <a:buClr>
                          <a:schemeClr val="dk1"/>
                        </a:buClr>
                        <a:buSzPts val="1800"/>
                        <a:buFont typeface="Helvetica Neue"/>
                        <a:buNone/>
                      </a:pPr>
                      <a:r>
                        <a:rPr lang="en-US" sz="1800" u="none" strike="noStrike">
                          <a:latin typeface="Helvetica Neue"/>
                          <a:ea typeface="Helvetica Neue"/>
                          <a:cs typeface="Helvetica Neue"/>
                          <a:sym typeface="Helvetica Neue"/>
                        </a:rPr>
                        <a:t>Performance (Storage &amp; Retrieval)</a:t>
                      </a:r>
                      <a:endParaRPr sz="1800" b="1" i="0" u="none" strike="noStrike">
                        <a:solidFill>
                          <a:srgbClr val="000000"/>
                        </a:solidFill>
                        <a:latin typeface="Helvetica Neue"/>
                        <a:ea typeface="Helvetica Neue"/>
                        <a:cs typeface="Helvetica Neue"/>
                        <a:sym typeface="Helvetica Neue"/>
                      </a:endParaRPr>
                    </a:p>
                  </a:txBody>
                  <a:tcPr marL="9525" marR="9525" marT="9525" marB="0" anchor="ctr">
                    <a:solidFill>
                      <a:srgbClr val="DDEAF6"/>
                    </a:solidFill>
                  </a:tcPr>
                </a:tc>
                <a:tc>
                  <a:txBody>
                    <a:bodyPr/>
                    <a:lstStyle/>
                    <a:p>
                      <a:pPr marL="0" marR="0" lvl="0" indent="0" algn="l" rtl="0">
                        <a:spcBef>
                          <a:spcPts val="0"/>
                        </a:spcBef>
                        <a:spcAft>
                          <a:spcPts val="0"/>
                        </a:spcAft>
                        <a:buClr>
                          <a:schemeClr val="dk1"/>
                        </a:buClr>
                        <a:buSzPts val="1800"/>
                        <a:buFont typeface="Helvetica Neue"/>
                        <a:buNone/>
                      </a:pPr>
                      <a:r>
                        <a:rPr lang="en-US" sz="1800" u="none" strike="noStrike">
                          <a:latin typeface="Helvetica Neue"/>
                          <a:ea typeface="Helvetica Neue"/>
                          <a:cs typeface="Helvetica Neue"/>
                          <a:sym typeface="Helvetica Neue"/>
                        </a:rPr>
                        <a:t>Moderate (optimized for complex queries)</a:t>
                      </a:r>
                      <a:endParaRPr sz="1800" b="0" i="0" u="none" strike="noStrike">
                        <a:solidFill>
                          <a:srgbClr val="000000"/>
                        </a:solidFill>
                        <a:latin typeface="Helvetica Neue"/>
                        <a:ea typeface="Helvetica Neue"/>
                        <a:cs typeface="Helvetica Neue"/>
                        <a:sym typeface="Helvetica Neue"/>
                      </a:endParaRPr>
                    </a:p>
                  </a:txBody>
                  <a:tcPr marL="9525" marR="9525" marT="9525" marB="0" anchor="ctr"/>
                </a:tc>
                <a:tc>
                  <a:txBody>
                    <a:bodyPr/>
                    <a:lstStyle/>
                    <a:p>
                      <a:pPr marL="0" marR="0" lvl="0" indent="0" algn="l" rtl="0">
                        <a:spcBef>
                          <a:spcPts val="0"/>
                        </a:spcBef>
                        <a:spcAft>
                          <a:spcPts val="0"/>
                        </a:spcAft>
                        <a:buClr>
                          <a:schemeClr val="dk1"/>
                        </a:buClr>
                        <a:buSzPts val="1800"/>
                        <a:buFont typeface="Helvetica Neue"/>
                        <a:buNone/>
                      </a:pPr>
                      <a:r>
                        <a:rPr lang="en-US" sz="1800" u="none" strike="noStrike">
                          <a:latin typeface="Helvetica Neue"/>
                          <a:ea typeface="Helvetica Neue"/>
                          <a:cs typeface="Helvetica Neue"/>
                          <a:sym typeface="Helvetica Neue"/>
                        </a:rPr>
                        <a:t>Fast for hierarchical traversal</a:t>
                      </a:r>
                      <a:endParaRPr sz="1800" b="0" i="0" u="none" strike="noStrike">
                        <a:solidFill>
                          <a:srgbClr val="000000"/>
                        </a:solidFill>
                        <a:latin typeface="Helvetica Neue"/>
                        <a:ea typeface="Helvetica Neue"/>
                        <a:cs typeface="Helvetica Neue"/>
                        <a:sym typeface="Helvetica Neue"/>
                      </a:endParaRPr>
                    </a:p>
                  </a:txBody>
                  <a:tcPr marL="9525" marR="9525" marT="9525" marB="0" anchor="ctr"/>
                </a:tc>
                <a:tc>
                  <a:txBody>
                    <a:bodyPr/>
                    <a:lstStyle/>
                    <a:p>
                      <a:pPr marL="0" marR="0" lvl="0" indent="0" algn="l" rtl="0">
                        <a:spcBef>
                          <a:spcPts val="0"/>
                        </a:spcBef>
                        <a:spcAft>
                          <a:spcPts val="0"/>
                        </a:spcAft>
                        <a:buClr>
                          <a:schemeClr val="dk1"/>
                        </a:buClr>
                        <a:buSzPts val="1800"/>
                        <a:buFont typeface="Helvetica Neue"/>
                        <a:buNone/>
                      </a:pPr>
                      <a:r>
                        <a:rPr lang="en-US" sz="1800" u="none" strike="noStrike">
                          <a:latin typeface="Helvetica Neue"/>
                          <a:ea typeface="Helvetica Neue"/>
                          <a:cs typeface="Helvetica Neue"/>
                          <a:sym typeface="Helvetica Neue"/>
                        </a:rPr>
                        <a:t>Fast for connected data queries</a:t>
                      </a:r>
                      <a:endParaRPr sz="1800" b="0" i="0" u="none" strike="noStrike">
                        <a:solidFill>
                          <a:srgbClr val="000000"/>
                        </a:solidFill>
                        <a:latin typeface="Helvetica Neue"/>
                        <a:ea typeface="Helvetica Neue"/>
                        <a:cs typeface="Helvetica Neue"/>
                        <a:sym typeface="Helvetica Neue"/>
                      </a:endParaRPr>
                    </a:p>
                  </a:txBody>
                  <a:tcPr marL="9525" marR="9525" marT="9525" marB="0" anchor="ctr"/>
                </a:tc>
                <a:tc>
                  <a:txBody>
                    <a:bodyPr/>
                    <a:lstStyle/>
                    <a:p>
                      <a:pPr marL="0" marR="0" lvl="0" indent="0" algn="l" rtl="0">
                        <a:spcBef>
                          <a:spcPts val="0"/>
                        </a:spcBef>
                        <a:spcAft>
                          <a:spcPts val="0"/>
                        </a:spcAft>
                        <a:buClr>
                          <a:schemeClr val="dk1"/>
                        </a:buClr>
                        <a:buSzPts val="1800"/>
                        <a:buFont typeface="Helvetica Neue"/>
                        <a:buNone/>
                      </a:pPr>
                      <a:r>
                        <a:rPr lang="en-US" sz="1800" u="none" strike="noStrike">
                          <a:latin typeface="Helvetica Neue"/>
                          <a:ea typeface="Helvetica Neue"/>
                          <a:cs typeface="Helvetica Neue"/>
                          <a:sym typeface="Helvetica Neue"/>
                        </a:rPr>
                        <a:t>Fast for document reads/writes</a:t>
                      </a:r>
                      <a:endParaRPr sz="1800" b="0" i="0" u="none" strike="noStrike">
                        <a:solidFill>
                          <a:srgbClr val="000000"/>
                        </a:solidFill>
                        <a:latin typeface="Helvetica Neue"/>
                        <a:ea typeface="Helvetica Neue"/>
                        <a:cs typeface="Helvetica Neue"/>
                        <a:sym typeface="Helvetica Neue"/>
                      </a:endParaRPr>
                    </a:p>
                  </a:txBody>
                  <a:tcPr marL="9525" marR="9525" marT="9525" marB="0" anchor="ctr"/>
                </a:tc>
                <a:tc>
                  <a:txBody>
                    <a:bodyPr/>
                    <a:lstStyle/>
                    <a:p>
                      <a:pPr marL="0" marR="0" lvl="0" indent="0" algn="l" rtl="0">
                        <a:spcBef>
                          <a:spcPts val="0"/>
                        </a:spcBef>
                        <a:spcAft>
                          <a:spcPts val="0"/>
                        </a:spcAft>
                        <a:buClr>
                          <a:schemeClr val="dk1"/>
                        </a:buClr>
                        <a:buSzPts val="1800"/>
                        <a:buFont typeface="Helvetica Neue"/>
                        <a:buNone/>
                      </a:pPr>
                      <a:r>
                        <a:rPr lang="en-US" sz="1800" u="none" strike="noStrike">
                          <a:latin typeface="Helvetica Neue"/>
                          <a:ea typeface="Helvetica Neue"/>
                          <a:cs typeface="Helvetica Neue"/>
                          <a:sym typeface="Helvetica Neue"/>
                        </a:rPr>
                        <a:t>Extremely fast for simple reads/writes</a:t>
                      </a:r>
                      <a:endParaRPr sz="1800" b="0" i="0" u="none" strike="noStrike">
                        <a:solidFill>
                          <a:srgbClr val="000000"/>
                        </a:solidFill>
                        <a:latin typeface="Helvetica Neue"/>
                        <a:ea typeface="Helvetica Neue"/>
                        <a:cs typeface="Helvetica Neue"/>
                        <a:sym typeface="Helvetica Neue"/>
                      </a:endParaRPr>
                    </a:p>
                  </a:txBody>
                  <a:tcPr marL="9525" marR="9525" marT="9525" marB="0" anchor="ctr"/>
                </a:tc>
                <a:extLst>
                  <a:ext uri="{0D108BD9-81ED-4DB2-BD59-A6C34878D82A}">
                    <a16:rowId xmlns:a16="http://schemas.microsoft.com/office/drawing/2014/main" val="10003"/>
                  </a:ext>
                </a:extLst>
              </a:tr>
              <a:tr h="1160575">
                <a:tc>
                  <a:txBody>
                    <a:bodyPr/>
                    <a:lstStyle/>
                    <a:p>
                      <a:pPr marL="0" marR="0" lvl="0" indent="0" algn="l" rtl="0">
                        <a:spcBef>
                          <a:spcPts val="0"/>
                        </a:spcBef>
                        <a:spcAft>
                          <a:spcPts val="0"/>
                        </a:spcAft>
                        <a:buClr>
                          <a:schemeClr val="dk1"/>
                        </a:buClr>
                        <a:buSzPts val="1800"/>
                        <a:buFont typeface="Helvetica Neue"/>
                        <a:buNone/>
                      </a:pPr>
                      <a:r>
                        <a:rPr lang="en-US" sz="1800" u="none" strike="noStrike">
                          <a:latin typeface="Helvetica Neue"/>
                          <a:ea typeface="Helvetica Neue"/>
                          <a:cs typeface="Helvetica Neue"/>
                          <a:sym typeface="Helvetica Neue"/>
                        </a:rPr>
                        <a:t>Usage</a:t>
                      </a:r>
                      <a:endParaRPr sz="1800" b="1" i="0" u="none" strike="noStrike">
                        <a:solidFill>
                          <a:srgbClr val="000000"/>
                        </a:solidFill>
                        <a:latin typeface="Helvetica Neue"/>
                        <a:ea typeface="Helvetica Neue"/>
                        <a:cs typeface="Helvetica Neue"/>
                        <a:sym typeface="Helvetica Neue"/>
                      </a:endParaRPr>
                    </a:p>
                  </a:txBody>
                  <a:tcPr marL="9525" marR="9525" marT="9525" marB="0" anchor="ctr">
                    <a:solidFill>
                      <a:srgbClr val="DDEAF6"/>
                    </a:solidFill>
                  </a:tcPr>
                </a:tc>
                <a:tc>
                  <a:txBody>
                    <a:bodyPr/>
                    <a:lstStyle/>
                    <a:p>
                      <a:pPr marL="0" marR="0" lvl="0" indent="0" algn="l" rtl="0">
                        <a:spcBef>
                          <a:spcPts val="0"/>
                        </a:spcBef>
                        <a:spcAft>
                          <a:spcPts val="0"/>
                        </a:spcAft>
                        <a:buClr>
                          <a:schemeClr val="dk1"/>
                        </a:buClr>
                        <a:buSzPts val="1800"/>
                        <a:buFont typeface="Helvetica Neue"/>
                        <a:buNone/>
                      </a:pPr>
                      <a:r>
                        <a:rPr lang="en-US" sz="1800" u="none" strike="noStrike">
                          <a:latin typeface="Helvetica Neue"/>
                          <a:ea typeface="Helvetica Neue"/>
                          <a:cs typeface="Helvetica Neue"/>
                          <a:sym typeface="Helvetica Neue"/>
                        </a:rPr>
                        <a:t>Traditional business apps, ERP, CRM</a:t>
                      </a:r>
                      <a:endParaRPr sz="1800" b="0" i="0" u="none" strike="noStrike">
                        <a:solidFill>
                          <a:srgbClr val="000000"/>
                        </a:solidFill>
                        <a:latin typeface="Helvetica Neue"/>
                        <a:ea typeface="Helvetica Neue"/>
                        <a:cs typeface="Helvetica Neue"/>
                        <a:sym typeface="Helvetica Neue"/>
                      </a:endParaRPr>
                    </a:p>
                  </a:txBody>
                  <a:tcPr marL="9525" marR="9525" marT="9525" marB="0" anchor="ctr"/>
                </a:tc>
                <a:tc>
                  <a:txBody>
                    <a:bodyPr/>
                    <a:lstStyle/>
                    <a:p>
                      <a:pPr marL="0" marR="0" lvl="0" indent="0" algn="l" rtl="0">
                        <a:spcBef>
                          <a:spcPts val="0"/>
                        </a:spcBef>
                        <a:spcAft>
                          <a:spcPts val="0"/>
                        </a:spcAft>
                        <a:buClr>
                          <a:schemeClr val="dk1"/>
                        </a:buClr>
                        <a:buSzPts val="1800"/>
                        <a:buFont typeface="Helvetica Neue"/>
                        <a:buNone/>
                      </a:pPr>
                      <a:r>
                        <a:rPr lang="en-US" sz="1800" u="none" strike="noStrike">
                          <a:latin typeface="Helvetica Neue"/>
                          <a:ea typeface="Helvetica Neue"/>
                          <a:cs typeface="Helvetica Neue"/>
                          <a:sym typeface="Helvetica Neue"/>
                        </a:rPr>
                        <a:t>Legacy systems, file systems</a:t>
                      </a:r>
                      <a:endParaRPr sz="1800" b="0" i="0" u="none" strike="noStrike">
                        <a:solidFill>
                          <a:srgbClr val="000000"/>
                        </a:solidFill>
                        <a:latin typeface="Helvetica Neue"/>
                        <a:ea typeface="Helvetica Neue"/>
                        <a:cs typeface="Helvetica Neue"/>
                        <a:sym typeface="Helvetica Neue"/>
                      </a:endParaRPr>
                    </a:p>
                  </a:txBody>
                  <a:tcPr marL="9525" marR="9525" marT="9525" marB="0" anchor="ctr"/>
                </a:tc>
                <a:tc>
                  <a:txBody>
                    <a:bodyPr/>
                    <a:lstStyle/>
                    <a:p>
                      <a:pPr marL="0" marR="0" lvl="0" indent="0" algn="l" rtl="0">
                        <a:spcBef>
                          <a:spcPts val="0"/>
                        </a:spcBef>
                        <a:spcAft>
                          <a:spcPts val="0"/>
                        </a:spcAft>
                        <a:buClr>
                          <a:schemeClr val="dk1"/>
                        </a:buClr>
                        <a:buSzPts val="1800"/>
                        <a:buFont typeface="Helvetica Neue"/>
                        <a:buNone/>
                      </a:pPr>
                      <a:r>
                        <a:rPr lang="en-US" sz="1800" u="none" strike="noStrike">
                          <a:latin typeface="Helvetica Neue"/>
                          <a:ea typeface="Helvetica Neue"/>
                          <a:cs typeface="Helvetica Neue"/>
                          <a:sym typeface="Helvetica Neue"/>
                        </a:rPr>
                        <a:t>Social networks, fraud detection, recommendation engines</a:t>
                      </a:r>
                      <a:endParaRPr sz="1800" b="0" i="0" u="none" strike="noStrike">
                        <a:solidFill>
                          <a:srgbClr val="000000"/>
                        </a:solidFill>
                        <a:latin typeface="Helvetica Neue"/>
                        <a:ea typeface="Helvetica Neue"/>
                        <a:cs typeface="Helvetica Neue"/>
                        <a:sym typeface="Helvetica Neue"/>
                      </a:endParaRPr>
                    </a:p>
                  </a:txBody>
                  <a:tcPr marL="9525" marR="9525" marT="9525" marB="0" anchor="ctr"/>
                </a:tc>
                <a:tc>
                  <a:txBody>
                    <a:bodyPr/>
                    <a:lstStyle/>
                    <a:p>
                      <a:pPr marL="0" marR="0" lvl="0" indent="0" algn="l" rtl="0">
                        <a:spcBef>
                          <a:spcPts val="0"/>
                        </a:spcBef>
                        <a:spcAft>
                          <a:spcPts val="0"/>
                        </a:spcAft>
                        <a:buClr>
                          <a:schemeClr val="dk1"/>
                        </a:buClr>
                        <a:buSzPts val="1800"/>
                        <a:buFont typeface="Helvetica Neue"/>
                        <a:buNone/>
                      </a:pPr>
                      <a:r>
                        <a:rPr lang="en-US" sz="1800" u="none" strike="noStrike">
                          <a:latin typeface="Helvetica Neue"/>
                          <a:ea typeface="Helvetica Neue"/>
                          <a:cs typeface="Helvetica Neue"/>
                          <a:sym typeface="Helvetica Neue"/>
                        </a:rPr>
                        <a:t>Content management, catalogs, APIs</a:t>
                      </a:r>
                      <a:endParaRPr sz="1800" b="0" i="0" u="none" strike="noStrike">
                        <a:solidFill>
                          <a:srgbClr val="000000"/>
                        </a:solidFill>
                        <a:latin typeface="Helvetica Neue"/>
                        <a:ea typeface="Helvetica Neue"/>
                        <a:cs typeface="Helvetica Neue"/>
                        <a:sym typeface="Helvetica Neue"/>
                      </a:endParaRPr>
                    </a:p>
                  </a:txBody>
                  <a:tcPr marL="9525" marR="9525" marT="9525" marB="0" anchor="ctr"/>
                </a:tc>
                <a:tc>
                  <a:txBody>
                    <a:bodyPr/>
                    <a:lstStyle/>
                    <a:p>
                      <a:pPr marL="0" marR="0" lvl="0" indent="0" algn="l" rtl="0">
                        <a:spcBef>
                          <a:spcPts val="0"/>
                        </a:spcBef>
                        <a:spcAft>
                          <a:spcPts val="0"/>
                        </a:spcAft>
                        <a:buClr>
                          <a:schemeClr val="dk1"/>
                        </a:buClr>
                        <a:buSzPts val="1800"/>
                        <a:buFont typeface="Helvetica Neue"/>
                        <a:buNone/>
                      </a:pPr>
                      <a:r>
                        <a:rPr lang="en-US" sz="1800" u="none" strike="noStrike">
                          <a:latin typeface="Helvetica Neue"/>
                          <a:ea typeface="Helvetica Neue"/>
                          <a:cs typeface="Helvetica Neue"/>
                          <a:sym typeface="Helvetica Neue"/>
                        </a:rPr>
                        <a:t>Caching, session storage, config data</a:t>
                      </a:r>
                      <a:endParaRPr sz="1800" b="0" i="0" u="none" strike="noStrike">
                        <a:solidFill>
                          <a:srgbClr val="000000"/>
                        </a:solidFill>
                        <a:latin typeface="Helvetica Neue"/>
                        <a:ea typeface="Helvetica Neue"/>
                        <a:cs typeface="Helvetica Neue"/>
                        <a:sym typeface="Helvetica Neue"/>
                      </a:endParaRPr>
                    </a:p>
                  </a:txBody>
                  <a:tcPr marL="9525" marR="9525" marT="9525" marB="0" anchor="ctr"/>
                </a:tc>
                <a:extLst>
                  <a:ext uri="{0D108BD9-81ED-4DB2-BD59-A6C34878D82A}">
                    <a16:rowId xmlns:a16="http://schemas.microsoft.com/office/drawing/2014/main" val="10004"/>
                  </a:ext>
                </a:extLst>
              </a:tr>
              <a:tr h="773725">
                <a:tc>
                  <a:txBody>
                    <a:bodyPr/>
                    <a:lstStyle/>
                    <a:p>
                      <a:pPr marL="0" marR="0" lvl="0" indent="0" algn="l" rtl="0">
                        <a:spcBef>
                          <a:spcPts val="0"/>
                        </a:spcBef>
                        <a:spcAft>
                          <a:spcPts val="0"/>
                        </a:spcAft>
                        <a:buClr>
                          <a:schemeClr val="dk1"/>
                        </a:buClr>
                        <a:buSzPts val="1800"/>
                        <a:buFont typeface="Helvetica Neue"/>
                        <a:buNone/>
                      </a:pPr>
                      <a:r>
                        <a:rPr lang="en-US" sz="1800" u="none" strike="noStrike">
                          <a:latin typeface="Helvetica Neue"/>
                          <a:ea typeface="Helvetica Neue"/>
                          <a:cs typeface="Helvetica Neue"/>
                          <a:sym typeface="Helvetica Neue"/>
                        </a:rPr>
                        <a:t>Sample Databases</a:t>
                      </a:r>
                      <a:endParaRPr sz="1800" b="1" i="0" u="none" strike="noStrike">
                        <a:solidFill>
                          <a:srgbClr val="000000"/>
                        </a:solidFill>
                        <a:latin typeface="Helvetica Neue"/>
                        <a:ea typeface="Helvetica Neue"/>
                        <a:cs typeface="Helvetica Neue"/>
                        <a:sym typeface="Helvetica Neue"/>
                      </a:endParaRPr>
                    </a:p>
                  </a:txBody>
                  <a:tcPr marL="9525" marR="9525" marT="9525" marB="0" anchor="ctr">
                    <a:solidFill>
                      <a:srgbClr val="DDEAF6"/>
                    </a:solidFill>
                  </a:tcPr>
                </a:tc>
                <a:tc>
                  <a:txBody>
                    <a:bodyPr/>
                    <a:lstStyle/>
                    <a:p>
                      <a:pPr marL="0" marR="0" lvl="0" indent="0" algn="l" rtl="0">
                        <a:spcBef>
                          <a:spcPts val="0"/>
                        </a:spcBef>
                        <a:spcAft>
                          <a:spcPts val="0"/>
                        </a:spcAft>
                        <a:buClr>
                          <a:schemeClr val="dk1"/>
                        </a:buClr>
                        <a:buSzPts val="1800"/>
                        <a:buFont typeface="Helvetica Neue"/>
                        <a:buNone/>
                      </a:pPr>
                      <a:r>
                        <a:rPr lang="en-US" sz="1800" u="none" strike="noStrike">
                          <a:latin typeface="Helvetica Neue"/>
                          <a:ea typeface="Helvetica Neue"/>
                          <a:cs typeface="Helvetica Neue"/>
                          <a:sym typeface="Helvetica Neue"/>
                        </a:rPr>
                        <a:t>MySQL, PostgreSQL, Oracle, SQL Server</a:t>
                      </a:r>
                      <a:endParaRPr sz="1800" b="0" i="0" u="none" strike="noStrike">
                        <a:solidFill>
                          <a:srgbClr val="000000"/>
                        </a:solidFill>
                        <a:latin typeface="Helvetica Neue"/>
                        <a:ea typeface="Helvetica Neue"/>
                        <a:cs typeface="Helvetica Neue"/>
                        <a:sym typeface="Helvetica Neue"/>
                      </a:endParaRPr>
                    </a:p>
                  </a:txBody>
                  <a:tcPr marL="9525" marR="9525" marT="9525" marB="0" anchor="ctr"/>
                </a:tc>
                <a:tc>
                  <a:txBody>
                    <a:bodyPr/>
                    <a:lstStyle/>
                    <a:p>
                      <a:pPr marL="0" marR="0" lvl="0" indent="0" algn="l" rtl="0">
                        <a:spcBef>
                          <a:spcPts val="0"/>
                        </a:spcBef>
                        <a:spcAft>
                          <a:spcPts val="0"/>
                        </a:spcAft>
                        <a:buClr>
                          <a:schemeClr val="dk1"/>
                        </a:buClr>
                        <a:buSzPts val="1800"/>
                        <a:buFont typeface="Helvetica Neue"/>
                        <a:buNone/>
                      </a:pPr>
                      <a:r>
                        <a:rPr lang="en-US" sz="1800" u="none" strike="noStrike">
                          <a:latin typeface="Helvetica Neue"/>
                          <a:ea typeface="Helvetica Neue"/>
                          <a:cs typeface="Helvetica Neue"/>
                          <a:sym typeface="Helvetica Neue"/>
                        </a:rPr>
                        <a:t>IBM IMS</a:t>
                      </a:r>
                      <a:endParaRPr sz="1800" b="0" i="0" u="none" strike="noStrike">
                        <a:solidFill>
                          <a:srgbClr val="000000"/>
                        </a:solidFill>
                        <a:latin typeface="Helvetica Neue"/>
                        <a:ea typeface="Helvetica Neue"/>
                        <a:cs typeface="Helvetica Neue"/>
                        <a:sym typeface="Helvetica Neue"/>
                      </a:endParaRPr>
                    </a:p>
                  </a:txBody>
                  <a:tcPr marL="9525" marR="9525" marT="9525" marB="0" anchor="ctr"/>
                </a:tc>
                <a:tc>
                  <a:txBody>
                    <a:bodyPr/>
                    <a:lstStyle/>
                    <a:p>
                      <a:pPr marL="0" marR="0" lvl="0" indent="0" algn="l" rtl="0">
                        <a:spcBef>
                          <a:spcPts val="0"/>
                        </a:spcBef>
                        <a:spcAft>
                          <a:spcPts val="0"/>
                        </a:spcAft>
                        <a:buClr>
                          <a:schemeClr val="dk1"/>
                        </a:buClr>
                        <a:buSzPts val="1800"/>
                        <a:buFont typeface="Helvetica Neue"/>
                        <a:buNone/>
                      </a:pPr>
                      <a:r>
                        <a:rPr lang="en-US" sz="1800" u="none" strike="noStrike">
                          <a:latin typeface="Helvetica Neue"/>
                          <a:ea typeface="Helvetica Neue"/>
                          <a:cs typeface="Helvetica Neue"/>
                          <a:sym typeface="Helvetica Neue"/>
                        </a:rPr>
                        <a:t>Neo4j, Amazon Neptune, TigerGraph</a:t>
                      </a:r>
                      <a:endParaRPr sz="1800" b="0" i="0" u="none" strike="noStrike">
                        <a:solidFill>
                          <a:srgbClr val="000000"/>
                        </a:solidFill>
                        <a:latin typeface="Helvetica Neue"/>
                        <a:ea typeface="Helvetica Neue"/>
                        <a:cs typeface="Helvetica Neue"/>
                        <a:sym typeface="Helvetica Neue"/>
                      </a:endParaRPr>
                    </a:p>
                  </a:txBody>
                  <a:tcPr marL="9525" marR="9525" marT="9525" marB="0" anchor="ctr"/>
                </a:tc>
                <a:tc>
                  <a:txBody>
                    <a:bodyPr/>
                    <a:lstStyle/>
                    <a:p>
                      <a:pPr marL="0" marR="0" lvl="0" indent="0" algn="l" rtl="0">
                        <a:spcBef>
                          <a:spcPts val="0"/>
                        </a:spcBef>
                        <a:spcAft>
                          <a:spcPts val="0"/>
                        </a:spcAft>
                        <a:buClr>
                          <a:schemeClr val="dk1"/>
                        </a:buClr>
                        <a:buSzPts val="1800"/>
                        <a:buFont typeface="Helvetica Neue"/>
                        <a:buNone/>
                      </a:pPr>
                      <a:r>
                        <a:rPr lang="en-US" sz="1800" u="none" strike="noStrike">
                          <a:latin typeface="Helvetica Neue"/>
                          <a:ea typeface="Helvetica Neue"/>
                          <a:cs typeface="Helvetica Neue"/>
                          <a:sym typeface="Helvetica Neue"/>
                        </a:rPr>
                        <a:t>MongoDB, CouchDB, Amazon DocumentDB</a:t>
                      </a:r>
                      <a:endParaRPr sz="1800" b="0" i="0" u="none" strike="noStrike">
                        <a:solidFill>
                          <a:srgbClr val="000000"/>
                        </a:solidFill>
                        <a:latin typeface="Helvetica Neue"/>
                        <a:ea typeface="Helvetica Neue"/>
                        <a:cs typeface="Helvetica Neue"/>
                        <a:sym typeface="Helvetica Neue"/>
                      </a:endParaRPr>
                    </a:p>
                  </a:txBody>
                  <a:tcPr marL="9525" marR="9525" marT="9525" marB="0" anchor="ctr"/>
                </a:tc>
                <a:tc>
                  <a:txBody>
                    <a:bodyPr/>
                    <a:lstStyle/>
                    <a:p>
                      <a:pPr marL="0" marR="0" lvl="0" indent="0" algn="l" rtl="0">
                        <a:spcBef>
                          <a:spcPts val="0"/>
                        </a:spcBef>
                        <a:spcAft>
                          <a:spcPts val="0"/>
                        </a:spcAft>
                        <a:buClr>
                          <a:schemeClr val="dk1"/>
                        </a:buClr>
                        <a:buSzPts val="1800"/>
                        <a:buFont typeface="Helvetica Neue"/>
                        <a:buNone/>
                      </a:pPr>
                      <a:r>
                        <a:rPr lang="en-US" sz="1800" u="none" strike="noStrike">
                          <a:latin typeface="Helvetica Neue"/>
                          <a:ea typeface="Helvetica Neue"/>
                          <a:cs typeface="Helvetica Neue"/>
                          <a:sym typeface="Helvetica Neue"/>
                        </a:rPr>
                        <a:t>Redis, Amazon DynamoDB, Riak</a:t>
                      </a:r>
                      <a:endParaRPr sz="1800" b="0" i="0" u="none" strike="noStrike">
                        <a:solidFill>
                          <a:srgbClr val="000000"/>
                        </a:solidFill>
                        <a:latin typeface="Helvetica Neue"/>
                        <a:ea typeface="Helvetica Neue"/>
                        <a:cs typeface="Helvetica Neue"/>
                        <a:sym typeface="Helvetica Neue"/>
                      </a:endParaRPr>
                    </a:p>
                  </a:txBody>
                  <a:tcPr marL="9525" marR="9525" marT="9525" marB="0" anchor="ctr"/>
                </a:tc>
                <a:extLst>
                  <a:ext uri="{0D108BD9-81ED-4DB2-BD59-A6C34878D82A}">
                    <a16:rowId xmlns:a16="http://schemas.microsoft.com/office/drawing/2014/main" val="10005"/>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26"/>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p>
            <a:pPr marL="0" lvl="0" indent="0" algn="r" rtl="0">
              <a:lnSpc>
                <a:spcPct val="90000"/>
              </a:lnSpc>
              <a:spcBef>
                <a:spcPts val="0"/>
              </a:spcBef>
              <a:spcAft>
                <a:spcPts val="0"/>
              </a:spcAft>
              <a:buClr>
                <a:srgbClr val="150860"/>
              </a:buClr>
              <a:buSzPts val="5400"/>
              <a:buFont typeface="Helvetica Neue"/>
              <a:buNone/>
            </a:pPr>
            <a:r>
              <a:rPr lang="en-US"/>
              <a:t>Query Languages For Data</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27"/>
          <p:cNvSpPr txBox="1">
            <a:spLocks noGrp="1"/>
          </p:cNvSpPr>
          <p:nvPr>
            <p:ph type="title"/>
          </p:nvPr>
        </p:nvSpPr>
        <p:spPr>
          <a:xfrm>
            <a:off x="838200" y="160569"/>
            <a:ext cx="9321800" cy="76436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3200"/>
              <a:buFont typeface="Helvetica Neue"/>
              <a:buNone/>
            </a:pPr>
            <a:r>
              <a:rPr lang="en-US"/>
              <a:t>Basics</a:t>
            </a:r>
            <a:endParaRPr/>
          </a:p>
        </p:txBody>
      </p:sp>
      <p:grpSp>
        <p:nvGrpSpPr>
          <p:cNvPr id="296" name="Google Shape;296;p27"/>
          <p:cNvGrpSpPr/>
          <p:nvPr/>
        </p:nvGrpSpPr>
        <p:grpSpPr>
          <a:xfrm>
            <a:off x="870978" y="1793357"/>
            <a:ext cx="4061437" cy="2694796"/>
            <a:chOff x="1402" y="868425"/>
            <a:chExt cx="4061437" cy="2694796"/>
          </a:xfrm>
        </p:grpSpPr>
        <p:sp>
          <p:nvSpPr>
            <p:cNvPr id="297" name="Google Shape;297;p27"/>
            <p:cNvSpPr/>
            <p:nvPr/>
          </p:nvSpPr>
          <p:spPr>
            <a:xfrm>
              <a:off x="1402" y="2190631"/>
              <a:ext cx="1732008" cy="866004"/>
            </a:xfrm>
            <a:prstGeom prst="roundRect">
              <a:avLst>
                <a:gd name="adj" fmla="val 10000"/>
              </a:avLst>
            </a:prstGeom>
            <a:solidFill>
              <a:schemeClr val="lt1"/>
            </a:solidFill>
            <a:ln w="12700" cap="flat" cmpd="sng">
              <a:solidFill>
                <a:schemeClr val="accent4"/>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27"/>
            <p:cNvSpPr txBox="1"/>
            <p:nvPr/>
          </p:nvSpPr>
          <p:spPr>
            <a:xfrm>
              <a:off x="26766" y="2215995"/>
              <a:ext cx="1681280" cy="815276"/>
            </a:xfrm>
            <a:prstGeom prst="rect">
              <a:avLst/>
            </a:prstGeom>
            <a:noFill/>
            <a:ln>
              <a:noFill/>
            </a:ln>
          </p:spPr>
          <p:txBody>
            <a:bodyPr spcFirstLastPara="1" wrap="square" lIns="15225" tIns="15225" rIns="15225" bIns="15225" anchor="ctr" anchorCtr="0">
              <a:noAutofit/>
            </a:bodyPr>
            <a:lstStyle/>
            <a:p>
              <a:pPr marL="0" marR="0" lvl="0" indent="0" algn="ctr" rtl="0">
                <a:lnSpc>
                  <a:spcPct val="90000"/>
                </a:lnSpc>
                <a:spcBef>
                  <a:spcPts val="0"/>
                </a:spcBef>
                <a:spcAft>
                  <a:spcPts val="0"/>
                </a:spcAft>
                <a:buClr>
                  <a:schemeClr val="dk1"/>
                </a:buClr>
                <a:buSzPts val="2400"/>
                <a:buFont typeface="Helvetica Neue"/>
                <a:buNone/>
              </a:pPr>
              <a:r>
                <a:rPr lang="en-US" sz="2400">
                  <a:solidFill>
                    <a:schemeClr val="dk1"/>
                  </a:solidFill>
                  <a:latin typeface="Helvetica Neue"/>
                  <a:ea typeface="Helvetica Neue"/>
                  <a:cs typeface="Helvetica Neue"/>
                  <a:sym typeface="Helvetica Neue"/>
                </a:rPr>
                <a:t>Categories</a:t>
              </a:r>
              <a:endParaRPr/>
            </a:p>
          </p:txBody>
        </p:sp>
        <p:sp>
          <p:nvSpPr>
            <p:cNvPr id="299" name="Google Shape;299;p27"/>
            <p:cNvSpPr/>
            <p:nvPr/>
          </p:nvSpPr>
          <p:spPr>
            <a:xfrm rot="-3941088">
              <a:off x="1306665" y="1947676"/>
              <a:ext cx="1450910" cy="29707"/>
            </a:xfrm>
            <a:custGeom>
              <a:avLst/>
              <a:gdLst/>
              <a:ahLst/>
              <a:cxnLst/>
              <a:rect l="l" t="t" r="r" b="b"/>
              <a:pathLst>
                <a:path w="120000" h="120000" extrusionOk="0">
                  <a:moveTo>
                    <a:pt x="0" y="59998"/>
                  </a:moveTo>
                  <a:lnTo>
                    <a:pt x="120000" y="59998"/>
                  </a:lnTo>
                </a:path>
              </a:pathLst>
            </a:custGeom>
            <a:noFill/>
            <a:ln w="12700" cap="flat" cmpd="sng">
              <a:solidFill>
                <a:schemeClr val="accent6"/>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27"/>
            <p:cNvSpPr txBox="1"/>
            <p:nvPr/>
          </p:nvSpPr>
          <p:spPr>
            <a:xfrm rot="-3941088">
              <a:off x="1995848" y="1926257"/>
              <a:ext cx="72545" cy="72545"/>
            </a:xfrm>
            <a:prstGeom prst="rect">
              <a:avLst/>
            </a:prstGeom>
            <a:noFill/>
            <a:ln>
              <a:noFill/>
            </a:ln>
          </p:spPr>
          <p:txBody>
            <a:bodyPr spcFirstLastPara="1" wrap="square" lIns="12700" tIns="0" rIns="12700" bIns="0" anchor="ctr" anchorCtr="0">
              <a:noAutofit/>
            </a:bodyPr>
            <a:lstStyle/>
            <a:p>
              <a:pPr marL="0" marR="0" lvl="0" indent="0" algn="ctr" rtl="0">
                <a:lnSpc>
                  <a:spcPct val="90000"/>
                </a:lnSpc>
                <a:spcBef>
                  <a:spcPts val="0"/>
                </a:spcBef>
                <a:spcAft>
                  <a:spcPts val="0"/>
                </a:spcAft>
                <a:buClr>
                  <a:schemeClr val="dk1"/>
                </a:buClr>
                <a:buSzPts val="500"/>
                <a:buFont typeface="Calibri"/>
                <a:buNone/>
              </a:pPr>
              <a:endParaRPr sz="500">
                <a:solidFill>
                  <a:schemeClr val="dk1"/>
                </a:solidFill>
                <a:latin typeface="Calibri"/>
                <a:ea typeface="Calibri"/>
                <a:cs typeface="Calibri"/>
                <a:sym typeface="Calibri"/>
              </a:endParaRPr>
            </a:p>
          </p:txBody>
        </p:sp>
        <p:sp>
          <p:nvSpPr>
            <p:cNvPr id="301" name="Google Shape;301;p27"/>
            <p:cNvSpPr/>
            <p:nvPr/>
          </p:nvSpPr>
          <p:spPr>
            <a:xfrm>
              <a:off x="2330831" y="868425"/>
              <a:ext cx="1732008" cy="866004"/>
            </a:xfrm>
            <a:prstGeom prst="roundRect">
              <a:avLst>
                <a:gd name="adj" fmla="val 10000"/>
              </a:avLst>
            </a:prstGeom>
            <a:solidFill>
              <a:schemeClr val="lt1"/>
            </a:solidFill>
            <a:ln w="12700" cap="flat" cmpd="sng">
              <a:solidFill>
                <a:schemeClr val="accent6"/>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27"/>
            <p:cNvSpPr txBox="1"/>
            <p:nvPr/>
          </p:nvSpPr>
          <p:spPr>
            <a:xfrm>
              <a:off x="2356195" y="893789"/>
              <a:ext cx="1681280" cy="815276"/>
            </a:xfrm>
            <a:prstGeom prst="rect">
              <a:avLst/>
            </a:prstGeom>
            <a:noFill/>
            <a:ln>
              <a:noFill/>
            </a:ln>
          </p:spPr>
          <p:txBody>
            <a:bodyPr spcFirstLastPara="1" wrap="square" lIns="15225" tIns="15225" rIns="15225" bIns="15225" anchor="ctr" anchorCtr="0">
              <a:noAutofit/>
            </a:bodyPr>
            <a:lstStyle/>
            <a:p>
              <a:pPr marL="0" marR="0" lvl="0" indent="0" algn="ctr" rtl="0">
                <a:lnSpc>
                  <a:spcPct val="90000"/>
                </a:lnSpc>
                <a:spcBef>
                  <a:spcPts val="0"/>
                </a:spcBef>
                <a:spcAft>
                  <a:spcPts val="0"/>
                </a:spcAft>
                <a:buClr>
                  <a:schemeClr val="dk1"/>
                </a:buClr>
                <a:buSzPts val="2400"/>
                <a:buFont typeface="Helvetica Neue"/>
                <a:buNone/>
              </a:pPr>
              <a:r>
                <a:rPr lang="en-US" sz="2400">
                  <a:solidFill>
                    <a:schemeClr val="dk1"/>
                  </a:solidFill>
                  <a:latin typeface="Helvetica Neue"/>
                  <a:ea typeface="Helvetica Neue"/>
                  <a:cs typeface="Helvetica Neue"/>
                  <a:sym typeface="Helvetica Neue"/>
                </a:rPr>
                <a:t>Declarative</a:t>
              </a:r>
              <a:endParaRPr/>
            </a:p>
          </p:txBody>
        </p:sp>
        <p:sp>
          <p:nvSpPr>
            <p:cNvPr id="303" name="Google Shape;303;p27"/>
            <p:cNvSpPr/>
            <p:nvPr/>
          </p:nvSpPr>
          <p:spPr>
            <a:xfrm rot="2417786">
              <a:off x="1640476" y="2862073"/>
              <a:ext cx="783289" cy="29707"/>
            </a:xfrm>
            <a:custGeom>
              <a:avLst/>
              <a:gdLst/>
              <a:ahLst/>
              <a:cxnLst/>
              <a:rect l="l" t="t" r="r" b="b"/>
              <a:pathLst>
                <a:path w="120000" h="120000" extrusionOk="0">
                  <a:moveTo>
                    <a:pt x="0" y="59998"/>
                  </a:moveTo>
                  <a:lnTo>
                    <a:pt x="120000" y="59998"/>
                  </a:lnTo>
                </a:path>
              </a:pathLst>
            </a:custGeom>
            <a:noFill/>
            <a:ln w="12700" cap="flat" cmpd="sng">
              <a:solidFill>
                <a:schemeClr val="accent6"/>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27"/>
            <p:cNvSpPr txBox="1"/>
            <p:nvPr/>
          </p:nvSpPr>
          <p:spPr>
            <a:xfrm rot="2417786">
              <a:off x="2012538" y="2857344"/>
              <a:ext cx="39164" cy="39164"/>
            </a:xfrm>
            <a:prstGeom prst="rect">
              <a:avLst/>
            </a:prstGeom>
            <a:noFill/>
            <a:ln>
              <a:noFill/>
            </a:ln>
          </p:spPr>
          <p:txBody>
            <a:bodyPr spcFirstLastPara="1" wrap="square" lIns="12700" tIns="0" rIns="12700" bIns="0" anchor="ctr" anchorCtr="0">
              <a:noAutofit/>
            </a:bodyPr>
            <a:lstStyle/>
            <a:p>
              <a:pPr marL="0" marR="0" lvl="0" indent="0" algn="ctr" rtl="0">
                <a:lnSpc>
                  <a:spcPct val="90000"/>
                </a:lnSpc>
                <a:spcBef>
                  <a:spcPts val="0"/>
                </a:spcBef>
                <a:spcAft>
                  <a:spcPts val="0"/>
                </a:spcAft>
                <a:buClr>
                  <a:schemeClr val="dk1"/>
                </a:buClr>
                <a:buSzPts val="500"/>
                <a:buFont typeface="Calibri"/>
                <a:buNone/>
              </a:pPr>
              <a:endParaRPr sz="500">
                <a:solidFill>
                  <a:schemeClr val="dk1"/>
                </a:solidFill>
                <a:latin typeface="Calibri"/>
                <a:ea typeface="Calibri"/>
                <a:cs typeface="Calibri"/>
                <a:sym typeface="Calibri"/>
              </a:endParaRPr>
            </a:p>
          </p:txBody>
        </p:sp>
        <p:sp>
          <p:nvSpPr>
            <p:cNvPr id="305" name="Google Shape;305;p27"/>
            <p:cNvSpPr/>
            <p:nvPr/>
          </p:nvSpPr>
          <p:spPr>
            <a:xfrm>
              <a:off x="2330831" y="2697217"/>
              <a:ext cx="1732008" cy="866004"/>
            </a:xfrm>
            <a:prstGeom prst="roundRect">
              <a:avLst>
                <a:gd name="adj" fmla="val 10000"/>
              </a:avLst>
            </a:prstGeom>
            <a:solidFill>
              <a:schemeClr val="lt1"/>
            </a:solidFill>
            <a:ln w="12700" cap="flat" cmpd="sng">
              <a:solidFill>
                <a:schemeClr val="accent6"/>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27"/>
            <p:cNvSpPr txBox="1"/>
            <p:nvPr/>
          </p:nvSpPr>
          <p:spPr>
            <a:xfrm>
              <a:off x="2356195" y="2722581"/>
              <a:ext cx="1681280" cy="815276"/>
            </a:xfrm>
            <a:prstGeom prst="rect">
              <a:avLst/>
            </a:prstGeom>
            <a:noFill/>
            <a:ln>
              <a:noFill/>
            </a:ln>
          </p:spPr>
          <p:txBody>
            <a:bodyPr spcFirstLastPara="1" wrap="square" lIns="15225" tIns="15225" rIns="15225" bIns="15225" anchor="ctr" anchorCtr="0">
              <a:noAutofit/>
            </a:bodyPr>
            <a:lstStyle/>
            <a:p>
              <a:pPr marL="0" marR="0" lvl="0" indent="0" algn="ctr" rtl="0">
                <a:lnSpc>
                  <a:spcPct val="90000"/>
                </a:lnSpc>
                <a:spcBef>
                  <a:spcPts val="0"/>
                </a:spcBef>
                <a:spcAft>
                  <a:spcPts val="0"/>
                </a:spcAft>
                <a:buClr>
                  <a:schemeClr val="dk1"/>
                </a:buClr>
                <a:buSzPts val="2400"/>
                <a:buFont typeface="Helvetica Neue"/>
                <a:buNone/>
              </a:pPr>
              <a:r>
                <a:rPr lang="en-US" sz="2400">
                  <a:solidFill>
                    <a:schemeClr val="dk1"/>
                  </a:solidFill>
                  <a:latin typeface="Helvetica Neue"/>
                  <a:ea typeface="Helvetica Neue"/>
                  <a:cs typeface="Helvetica Neue"/>
                  <a:sym typeface="Helvetica Neue"/>
                </a:rPr>
                <a:t>Imperative / Procedural</a:t>
              </a:r>
              <a:endParaRPr/>
            </a:p>
          </p:txBody>
        </p:sp>
      </p:grpSp>
      <p:sp>
        <p:nvSpPr>
          <p:cNvPr id="307" name="Google Shape;307;p27"/>
          <p:cNvSpPr txBox="1"/>
          <p:nvPr/>
        </p:nvSpPr>
        <p:spPr>
          <a:xfrm>
            <a:off x="5867400" y="1143000"/>
            <a:ext cx="6019800" cy="3139321"/>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1800"/>
              <a:buFont typeface="Noto Sans Symbols"/>
              <a:buChar char="⮚"/>
            </a:pPr>
            <a:r>
              <a:rPr lang="en-US" sz="1800">
                <a:solidFill>
                  <a:schemeClr val="dk1"/>
                </a:solidFill>
                <a:latin typeface="Helvetica Neue"/>
                <a:ea typeface="Helvetica Neue"/>
                <a:cs typeface="Helvetica Neue"/>
                <a:sym typeface="Helvetica Neue"/>
              </a:rPr>
              <a:t>You already have data. Now what next?</a:t>
            </a:r>
            <a:endParaRPr/>
          </a:p>
          <a:p>
            <a:pPr marL="285750" marR="0" lvl="0" indent="-171450" algn="l" rtl="0">
              <a:spcBef>
                <a:spcPts val="0"/>
              </a:spcBef>
              <a:spcAft>
                <a:spcPts val="0"/>
              </a:spcAft>
              <a:buClr>
                <a:schemeClr val="dk1"/>
              </a:buClr>
              <a:buSzPts val="1800"/>
              <a:buFont typeface="Noto Sans Symbols"/>
              <a:buNone/>
            </a:pPr>
            <a:endParaRPr sz="1800">
              <a:solidFill>
                <a:schemeClr val="dk1"/>
              </a:solidFill>
              <a:latin typeface="Helvetica Neue"/>
              <a:ea typeface="Helvetica Neue"/>
              <a:cs typeface="Helvetica Neue"/>
              <a:sym typeface="Helvetica Neue"/>
            </a:endParaRPr>
          </a:p>
          <a:p>
            <a:pPr marL="285750" marR="0" lvl="0" indent="-285750" algn="l" rtl="0">
              <a:spcBef>
                <a:spcPts val="0"/>
              </a:spcBef>
              <a:spcAft>
                <a:spcPts val="0"/>
              </a:spcAft>
              <a:buClr>
                <a:schemeClr val="dk1"/>
              </a:buClr>
              <a:buSzPts val="1800"/>
              <a:buFont typeface="Noto Sans Symbols"/>
              <a:buChar char="⮚"/>
            </a:pPr>
            <a:r>
              <a:rPr lang="en-US" sz="1800">
                <a:solidFill>
                  <a:schemeClr val="dk1"/>
                </a:solidFill>
                <a:latin typeface="Helvetica Neue"/>
                <a:ea typeface="Helvetica Neue"/>
                <a:cs typeface="Helvetica Neue"/>
                <a:sym typeface="Helvetica Neue"/>
              </a:rPr>
              <a:t>How will you retrieve them and use them next?</a:t>
            </a:r>
            <a:endParaRPr/>
          </a:p>
          <a:p>
            <a:pPr marL="285750" marR="0" lvl="0" indent="-171450" algn="l" rtl="0">
              <a:spcBef>
                <a:spcPts val="0"/>
              </a:spcBef>
              <a:spcAft>
                <a:spcPts val="0"/>
              </a:spcAft>
              <a:buClr>
                <a:schemeClr val="dk1"/>
              </a:buClr>
              <a:buSzPts val="1800"/>
              <a:buFont typeface="Noto Sans Symbols"/>
              <a:buNone/>
            </a:pPr>
            <a:endParaRPr sz="1800">
              <a:solidFill>
                <a:schemeClr val="dk1"/>
              </a:solidFill>
              <a:latin typeface="Helvetica Neue"/>
              <a:ea typeface="Helvetica Neue"/>
              <a:cs typeface="Helvetica Neue"/>
              <a:sym typeface="Helvetica Neue"/>
            </a:endParaRPr>
          </a:p>
          <a:p>
            <a:pPr marL="285750" marR="0" lvl="0" indent="-285750" algn="l" rtl="0">
              <a:spcBef>
                <a:spcPts val="0"/>
              </a:spcBef>
              <a:spcAft>
                <a:spcPts val="0"/>
              </a:spcAft>
              <a:buClr>
                <a:schemeClr val="dk1"/>
              </a:buClr>
              <a:buSzPts val="1800"/>
              <a:buFont typeface="Noto Sans Symbols"/>
              <a:buChar char="⮚"/>
            </a:pPr>
            <a:r>
              <a:rPr lang="en-US" sz="1800">
                <a:solidFill>
                  <a:schemeClr val="dk1"/>
                </a:solidFill>
                <a:latin typeface="Helvetica Neue"/>
                <a:ea typeface="Helvetica Neue"/>
                <a:cs typeface="Helvetica Neue"/>
                <a:sym typeface="Helvetica Neue"/>
              </a:rPr>
              <a:t>What if you need to retrieve data from multiple tables or databases?</a:t>
            </a:r>
            <a:endParaRPr/>
          </a:p>
          <a:p>
            <a:pPr marL="285750" marR="0" lvl="0" indent="-171450" algn="l" rtl="0">
              <a:spcBef>
                <a:spcPts val="0"/>
              </a:spcBef>
              <a:spcAft>
                <a:spcPts val="0"/>
              </a:spcAft>
              <a:buClr>
                <a:schemeClr val="dk1"/>
              </a:buClr>
              <a:buSzPts val="1800"/>
              <a:buFont typeface="Noto Sans Symbols"/>
              <a:buNone/>
            </a:pPr>
            <a:endParaRPr sz="1800">
              <a:solidFill>
                <a:schemeClr val="dk1"/>
              </a:solidFill>
              <a:latin typeface="Helvetica Neue"/>
              <a:ea typeface="Helvetica Neue"/>
              <a:cs typeface="Helvetica Neue"/>
              <a:sym typeface="Helvetica Neue"/>
            </a:endParaRPr>
          </a:p>
          <a:p>
            <a:pPr marL="285750" marR="0" lvl="0" indent="-285750" algn="l" rtl="0">
              <a:spcBef>
                <a:spcPts val="0"/>
              </a:spcBef>
              <a:spcAft>
                <a:spcPts val="0"/>
              </a:spcAft>
              <a:buClr>
                <a:schemeClr val="dk1"/>
              </a:buClr>
              <a:buSzPts val="1800"/>
              <a:buFont typeface="Noto Sans Symbols"/>
              <a:buChar char="⮚"/>
            </a:pPr>
            <a:r>
              <a:rPr lang="en-US" sz="1800">
                <a:solidFill>
                  <a:schemeClr val="dk1"/>
                </a:solidFill>
                <a:latin typeface="Helvetica Neue"/>
                <a:ea typeface="Helvetica Neue"/>
                <a:cs typeface="Helvetica Neue"/>
                <a:sym typeface="Helvetica Neue"/>
              </a:rPr>
              <a:t>What is required?</a:t>
            </a:r>
            <a:endParaRPr/>
          </a:p>
          <a:p>
            <a:pPr marL="285750" marR="0" lvl="0" indent="-171450" algn="l" rtl="0">
              <a:spcBef>
                <a:spcPts val="0"/>
              </a:spcBef>
              <a:spcAft>
                <a:spcPts val="0"/>
              </a:spcAft>
              <a:buClr>
                <a:schemeClr val="dk1"/>
              </a:buClr>
              <a:buSzPts val="1800"/>
              <a:buFont typeface="Noto Sans Symbols"/>
              <a:buNone/>
            </a:pPr>
            <a:endParaRPr sz="1800">
              <a:solidFill>
                <a:schemeClr val="dk1"/>
              </a:solidFill>
              <a:latin typeface="Helvetica Neue"/>
              <a:ea typeface="Helvetica Neue"/>
              <a:cs typeface="Helvetica Neue"/>
              <a:sym typeface="Helvetica Neue"/>
            </a:endParaRPr>
          </a:p>
          <a:p>
            <a:pPr marL="285750" marR="0" lvl="0" indent="-171450" algn="l" rtl="0">
              <a:spcBef>
                <a:spcPts val="0"/>
              </a:spcBef>
              <a:spcAft>
                <a:spcPts val="0"/>
              </a:spcAft>
              <a:buClr>
                <a:schemeClr val="dk1"/>
              </a:buClr>
              <a:buSzPts val="1800"/>
              <a:buFont typeface="Noto Sans Symbols"/>
              <a:buNone/>
            </a:pPr>
            <a:endParaRPr sz="1800">
              <a:solidFill>
                <a:schemeClr val="dk1"/>
              </a:solidFill>
              <a:latin typeface="Helvetica Neue"/>
              <a:ea typeface="Helvetica Neue"/>
              <a:cs typeface="Helvetica Neue"/>
              <a:sym typeface="Helvetica Neue"/>
            </a:endParaRPr>
          </a:p>
          <a:p>
            <a:pPr marL="285750" marR="0" lvl="0" indent="-285750" algn="l" rtl="0">
              <a:spcBef>
                <a:spcPts val="0"/>
              </a:spcBef>
              <a:spcAft>
                <a:spcPts val="0"/>
              </a:spcAft>
              <a:buClr>
                <a:schemeClr val="dk1"/>
              </a:buClr>
              <a:buSzPts val="1800"/>
              <a:buFont typeface="Noto Sans Symbols"/>
              <a:buChar char="⮚"/>
            </a:pPr>
            <a:r>
              <a:rPr lang="en-US" sz="1800">
                <a:solidFill>
                  <a:schemeClr val="dk1"/>
                </a:solidFill>
                <a:latin typeface="Helvetica Neue"/>
                <a:ea typeface="Helvetica Neue"/>
                <a:cs typeface="Helvetica Neue"/>
                <a:sym typeface="Helvetica Neue"/>
              </a:rPr>
              <a:t>Let us discuss about query languages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0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0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0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07">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07">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07">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07">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11"/>
        <p:cNvGrpSpPr/>
        <p:nvPr/>
      </p:nvGrpSpPr>
      <p:grpSpPr>
        <a:xfrm>
          <a:off x="0" y="0"/>
          <a:ext cx="0" cy="0"/>
          <a:chOff x="0" y="0"/>
          <a:chExt cx="0" cy="0"/>
        </a:xfrm>
      </p:grpSpPr>
      <p:sp>
        <p:nvSpPr>
          <p:cNvPr id="312" name="Google Shape;312;p28"/>
          <p:cNvSpPr txBox="1">
            <a:spLocks noGrp="1"/>
          </p:cNvSpPr>
          <p:nvPr>
            <p:ph type="title"/>
          </p:nvPr>
        </p:nvSpPr>
        <p:spPr>
          <a:xfrm>
            <a:off x="838200" y="160569"/>
            <a:ext cx="9321800" cy="76436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3200"/>
              <a:buFont typeface="Helvetica Neue"/>
              <a:buNone/>
            </a:pPr>
            <a:r>
              <a:rPr lang="en-US"/>
              <a:t>What is the difference?</a:t>
            </a:r>
            <a:endParaRPr/>
          </a:p>
        </p:txBody>
      </p:sp>
      <p:sp>
        <p:nvSpPr>
          <p:cNvPr id="313" name="Google Shape;313;p28"/>
          <p:cNvSpPr txBox="1"/>
          <p:nvPr/>
        </p:nvSpPr>
        <p:spPr>
          <a:xfrm>
            <a:off x="457200" y="1219199"/>
            <a:ext cx="4724400" cy="2862322"/>
          </a:xfrm>
          <a:prstGeom prst="rect">
            <a:avLst/>
          </a:prstGeom>
          <a:solidFill>
            <a:schemeClr val="lt1"/>
          </a:solidFill>
          <a:ln w="12700" cap="flat" cmpd="sng">
            <a:solidFill>
              <a:schemeClr val="accent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u="sng">
                <a:solidFill>
                  <a:schemeClr val="dk1"/>
                </a:solidFill>
                <a:latin typeface="Helvetica Neue"/>
                <a:ea typeface="Helvetica Neue"/>
                <a:cs typeface="Helvetica Neue"/>
                <a:sym typeface="Helvetica Neue"/>
              </a:rPr>
              <a:t>Sample:</a:t>
            </a:r>
            <a:endParaRPr/>
          </a:p>
          <a:p>
            <a:pPr marL="342900" marR="0" lvl="0" indent="-342900" algn="l" rtl="0">
              <a:spcBef>
                <a:spcPts val="0"/>
              </a:spcBef>
              <a:spcAft>
                <a:spcPts val="0"/>
              </a:spcAft>
              <a:buClr>
                <a:schemeClr val="dk1"/>
              </a:buClr>
              <a:buSzPts val="1800"/>
              <a:buFont typeface="Calibri"/>
              <a:buAutoNum type="arabicPeriod"/>
            </a:pPr>
            <a:r>
              <a:rPr lang="en-US" sz="1800">
                <a:solidFill>
                  <a:schemeClr val="dk1"/>
                </a:solidFill>
                <a:latin typeface="Helvetica Neue"/>
                <a:ea typeface="Helvetica Neue"/>
                <a:cs typeface="Helvetica Neue"/>
                <a:sym typeface="Helvetica Neue"/>
              </a:rPr>
              <a:t>Open the door</a:t>
            </a:r>
            <a:endParaRPr/>
          </a:p>
          <a:p>
            <a:pPr marL="342900" marR="0" lvl="0" indent="-342900" algn="l" rtl="0">
              <a:spcBef>
                <a:spcPts val="0"/>
              </a:spcBef>
              <a:spcAft>
                <a:spcPts val="0"/>
              </a:spcAft>
              <a:buClr>
                <a:schemeClr val="dk1"/>
              </a:buClr>
              <a:buSzPts val="1800"/>
              <a:buFont typeface="Calibri"/>
              <a:buAutoNum type="arabicPeriod"/>
            </a:pPr>
            <a:r>
              <a:rPr lang="en-US" sz="1800">
                <a:solidFill>
                  <a:schemeClr val="dk1"/>
                </a:solidFill>
                <a:latin typeface="Helvetica Neue"/>
                <a:ea typeface="Helvetica Neue"/>
                <a:cs typeface="Helvetica Neue"/>
                <a:sym typeface="Helvetica Neue"/>
              </a:rPr>
              <a:t>Go to car parking</a:t>
            </a:r>
            <a:endParaRPr/>
          </a:p>
          <a:p>
            <a:pPr marL="342900" marR="0" lvl="0" indent="-342900" algn="l" rtl="0">
              <a:spcBef>
                <a:spcPts val="0"/>
              </a:spcBef>
              <a:spcAft>
                <a:spcPts val="0"/>
              </a:spcAft>
              <a:buClr>
                <a:schemeClr val="dk1"/>
              </a:buClr>
              <a:buSzPts val="1800"/>
              <a:buFont typeface="Calibri"/>
              <a:buAutoNum type="arabicPeriod"/>
            </a:pPr>
            <a:r>
              <a:rPr lang="en-US" sz="1800">
                <a:solidFill>
                  <a:schemeClr val="dk1"/>
                </a:solidFill>
                <a:latin typeface="Helvetica Neue"/>
                <a:ea typeface="Helvetica Neue"/>
                <a:cs typeface="Helvetica Neue"/>
                <a:sym typeface="Helvetica Neue"/>
              </a:rPr>
              <a:t>Open the car</a:t>
            </a:r>
            <a:endParaRPr/>
          </a:p>
          <a:p>
            <a:pPr marL="342900" marR="0" lvl="0" indent="-342900" algn="l" rtl="0">
              <a:spcBef>
                <a:spcPts val="0"/>
              </a:spcBef>
              <a:spcAft>
                <a:spcPts val="0"/>
              </a:spcAft>
              <a:buClr>
                <a:schemeClr val="dk1"/>
              </a:buClr>
              <a:buSzPts val="1800"/>
              <a:buFont typeface="Calibri"/>
              <a:buAutoNum type="arabicPeriod"/>
            </a:pPr>
            <a:r>
              <a:rPr lang="en-US" sz="1800">
                <a:solidFill>
                  <a:schemeClr val="dk1"/>
                </a:solidFill>
                <a:latin typeface="Helvetica Neue"/>
                <a:ea typeface="Helvetica Neue"/>
                <a:cs typeface="Helvetica Neue"/>
                <a:sym typeface="Helvetica Neue"/>
              </a:rPr>
              <a:t>Check if the bag is not empty</a:t>
            </a:r>
            <a:endParaRPr/>
          </a:p>
          <a:p>
            <a:pPr marL="342900" marR="0" lvl="0" indent="-342900" algn="l" rtl="0">
              <a:spcBef>
                <a:spcPts val="0"/>
              </a:spcBef>
              <a:spcAft>
                <a:spcPts val="0"/>
              </a:spcAft>
              <a:buClr>
                <a:schemeClr val="dk1"/>
              </a:buClr>
              <a:buSzPts val="1800"/>
              <a:buFont typeface="Calibri"/>
              <a:buAutoNum type="arabicPeriod"/>
            </a:pPr>
            <a:r>
              <a:rPr lang="en-US" sz="1800">
                <a:solidFill>
                  <a:schemeClr val="dk1"/>
                </a:solidFill>
                <a:latin typeface="Helvetica Neue"/>
                <a:ea typeface="Helvetica Neue"/>
                <a:cs typeface="Helvetica Neue"/>
                <a:sym typeface="Helvetica Neue"/>
              </a:rPr>
              <a:t>If so, take the bag </a:t>
            </a:r>
            <a:endParaRPr/>
          </a:p>
          <a:p>
            <a:pPr marL="342900" marR="0" lvl="0" indent="-342900" algn="l" rtl="0">
              <a:spcBef>
                <a:spcPts val="0"/>
              </a:spcBef>
              <a:spcAft>
                <a:spcPts val="0"/>
              </a:spcAft>
              <a:buClr>
                <a:schemeClr val="dk1"/>
              </a:buClr>
              <a:buSzPts val="1800"/>
              <a:buFont typeface="Calibri"/>
              <a:buAutoNum type="arabicPeriod"/>
            </a:pPr>
            <a:r>
              <a:rPr lang="en-US" sz="1800">
                <a:solidFill>
                  <a:schemeClr val="dk1"/>
                </a:solidFill>
                <a:latin typeface="Helvetica Neue"/>
                <a:ea typeface="Helvetica Neue"/>
                <a:cs typeface="Helvetica Neue"/>
                <a:sym typeface="Helvetica Neue"/>
              </a:rPr>
              <a:t>Close the car</a:t>
            </a:r>
            <a:endParaRPr/>
          </a:p>
          <a:p>
            <a:pPr marL="342900" marR="0" lvl="0" indent="-342900" algn="l" rtl="0">
              <a:spcBef>
                <a:spcPts val="0"/>
              </a:spcBef>
              <a:spcAft>
                <a:spcPts val="0"/>
              </a:spcAft>
              <a:buClr>
                <a:schemeClr val="dk1"/>
              </a:buClr>
              <a:buSzPts val="1800"/>
              <a:buFont typeface="Calibri"/>
              <a:buAutoNum type="arabicPeriod"/>
            </a:pPr>
            <a:r>
              <a:rPr lang="en-US" sz="1800">
                <a:solidFill>
                  <a:schemeClr val="dk1"/>
                </a:solidFill>
                <a:latin typeface="Helvetica Neue"/>
                <a:ea typeface="Helvetica Neue"/>
                <a:cs typeface="Helvetica Neue"/>
                <a:sym typeface="Helvetica Neue"/>
              </a:rPr>
              <a:t>Come inside the house</a:t>
            </a:r>
            <a:endParaRPr/>
          </a:p>
          <a:p>
            <a:pPr marL="342900" marR="0" lvl="0" indent="-342900" algn="l" rtl="0">
              <a:spcBef>
                <a:spcPts val="0"/>
              </a:spcBef>
              <a:spcAft>
                <a:spcPts val="0"/>
              </a:spcAft>
              <a:buClr>
                <a:schemeClr val="dk1"/>
              </a:buClr>
              <a:buSzPts val="1800"/>
              <a:buFont typeface="Calibri"/>
              <a:buAutoNum type="arabicPeriod"/>
            </a:pPr>
            <a:r>
              <a:rPr lang="en-US" sz="1800">
                <a:solidFill>
                  <a:schemeClr val="dk1"/>
                </a:solidFill>
                <a:latin typeface="Helvetica Neue"/>
                <a:ea typeface="Helvetica Neue"/>
                <a:cs typeface="Helvetica Neue"/>
                <a:sym typeface="Helvetica Neue"/>
              </a:rPr>
              <a:t>Close the door</a:t>
            </a:r>
            <a:endParaRPr/>
          </a:p>
          <a:p>
            <a:pPr marL="342900" marR="0" lvl="0" indent="-342900" algn="l" rtl="0">
              <a:spcBef>
                <a:spcPts val="0"/>
              </a:spcBef>
              <a:spcAft>
                <a:spcPts val="0"/>
              </a:spcAft>
              <a:buClr>
                <a:schemeClr val="dk1"/>
              </a:buClr>
              <a:buSzPts val="1800"/>
              <a:buFont typeface="Calibri"/>
              <a:buAutoNum type="arabicPeriod"/>
            </a:pPr>
            <a:r>
              <a:rPr lang="en-US" sz="1800">
                <a:solidFill>
                  <a:schemeClr val="dk1"/>
                </a:solidFill>
                <a:latin typeface="Helvetica Neue"/>
                <a:ea typeface="Helvetica Neue"/>
                <a:cs typeface="Helvetica Neue"/>
                <a:sym typeface="Helvetica Neue"/>
              </a:rPr>
              <a:t>Give the bag to me</a:t>
            </a:r>
            <a:endParaRPr/>
          </a:p>
        </p:txBody>
      </p:sp>
      <p:sp>
        <p:nvSpPr>
          <p:cNvPr id="314" name="Google Shape;314;p28"/>
          <p:cNvSpPr txBox="1"/>
          <p:nvPr/>
        </p:nvSpPr>
        <p:spPr>
          <a:xfrm>
            <a:off x="6553200" y="3471049"/>
            <a:ext cx="5410200" cy="646331"/>
          </a:xfrm>
          <a:prstGeom prst="rect">
            <a:avLst/>
          </a:prstGeom>
          <a:solidFill>
            <a:schemeClr val="lt1"/>
          </a:solidFill>
          <a:ln w="12700" cap="flat" cmpd="sng">
            <a:solidFill>
              <a:schemeClr val="accent2"/>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u="sng">
                <a:solidFill>
                  <a:schemeClr val="dk1"/>
                </a:solidFill>
                <a:latin typeface="Helvetica Neue"/>
                <a:ea typeface="Helvetica Neue"/>
                <a:cs typeface="Helvetica Neue"/>
                <a:sym typeface="Helvetica Neue"/>
              </a:rPr>
              <a:t>Sample:</a:t>
            </a:r>
            <a:endParaRPr/>
          </a:p>
          <a:p>
            <a:pPr marL="0" marR="0" lvl="0" indent="0" algn="l" rtl="0">
              <a:spcBef>
                <a:spcPts val="0"/>
              </a:spcBef>
              <a:spcAft>
                <a:spcPts val="0"/>
              </a:spcAft>
              <a:buNone/>
            </a:pPr>
            <a:r>
              <a:rPr lang="en-US" sz="1800">
                <a:solidFill>
                  <a:schemeClr val="dk1"/>
                </a:solidFill>
                <a:latin typeface="Helvetica Neue"/>
                <a:ea typeface="Helvetica Neue"/>
                <a:cs typeface="Helvetica Neue"/>
                <a:sym typeface="Helvetica Neue"/>
              </a:rPr>
              <a:t>Bring the bag from the car to me if bag is not empty</a:t>
            </a:r>
            <a:endParaRPr/>
          </a:p>
        </p:txBody>
      </p:sp>
      <p:sp>
        <p:nvSpPr>
          <p:cNvPr id="315" name="Google Shape;315;p28"/>
          <p:cNvSpPr txBox="1"/>
          <p:nvPr/>
        </p:nvSpPr>
        <p:spPr>
          <a:xfrm rot="-1373353">
            <a:off x="3571886" y="1003074"/>
            <a:ext cx="5048227" cy="369332"/>
          </a:xfrm>
          <a:prstGeom prst="rect">
            <a:avLst/>
          </a:prstGeom>
          <a:gradFill>
            <a:gsLst>
              <a:gs pos="0">
                <a:srgbClr val="FFDC9B"/>
              </a:gs>
              <a:gs pos="50000">
                <a:srgbClr val="FFD68D"/>
              </a:gs>
              <a:gs pos="100000">
                <a:srgbClr val="FFD478"/>
              </a:gs>
            </a:gsLst>
            <a:lin ang="5400000" scaled="0"/>
          </a:gradFill>
          <a:ln w="9525" cap="flat" cmpd="sng">
            <a:solidFill>
              <a:schemeClr val="accent4"/>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rgbClr val="7030A0"/>
                </a:solidFill>
                <a:latin typeface="Helvetica Neue"/>
                <a:ea typeface="Helvetica Neue"/>
                <a:cs typeface="Helvetica Neue"/>
                <a:sym typeface="Helvetica Neue"/>
              </a:rPr>
              <a:t>How these two approaches are different?</a:t>
            </a:r>
            <a:endParaRPr/>
          </a:p>
        </p:txBody>
      </p:sp>
      <p:sp>
        <p:nvSpPr>
          <p:cNvPr id="316" name="Google Shape;316;p28"/>
          <p:cNvSpPr txBox="1"/>
          <p:nvPr/>
        </p:nvSpPr>
        <p:spPr>
          <a:xfrm rot="-1373353">
            <a:off x="4272067" y="1928007"/>
            <a:ext cx="5048227" cy="369332"/>
          </a:xfrm>
          <a:prstGeom prst="rect">
            <a:avLst/>
          </a:prstGeom>
          <a:gradFill>
            <a:gsLst>
              <a:gs pos="0">
                <a:srgbClr val="B0CAE9"/>
              </a:gs>
              <a:gs pos="50000">
                <a:srgbClr val="A1C1E4"/>
              </a:gs>
              <a:gs pos="100000">
                <a:srgbClr val="90B8E4"/>
              </a:gs>
            </a:gsLst>
            <a:lin ang="5400000" scaled="0"/>
          </a:gradFill>
          <a:ln w="9525" cap="flat" cmpd="sng">
            <a:solidFill>
              <a:schemeClr val="accent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rgbClr val="7030A0"/>
                </a:solidFill>
                <a:latin typeface="Helvetica Neue"/>
                <a:ea typeface="Helvetica Neue"/>
                <a:cs typeface="Helvetica Neue"/>
                <a:sym typeface="Helvetica Neue"/>
              </a:rPr>
              <a:t>Which do you think imperative or declarative?</a:t>
            </a:r>
            <a:endParaRPr/>
          </a:p>
        </p:txBody>
      </p:sp>
      <p:sp>
        <p:nvSpPr>
          <p:cNvPr id="317" name="Google Shape;317;p28"/>
          <p:cNvSpPr txBox="1"/>
          <p:nvPr/>
        </p:nvSpPr>
        <p:spPr>
          <a:xfrm rot="-1373353">
            <a:off x="4972248" y="2617421"/>
            <a:ext cx="5048227" cy="369332"/>
          </a:xfrm>
          <a:prstGeom prst="rect">
            <a:avLst/>
          </a:prstGeom>
          <a:gradFill>
            <a:gsLst>
              <a:gs pos="0">
                <a:srgbClr val="F7BCA2"/>
              </a:gs>
              <a:gs pos="50000">
                <a:srgbClr val="F4B093"/>
              </a:gs>
              <a:gs pos="100000">
                <a:srgbClr val="F7A47F"/>
              </a:gs>
            </a:gsLst>
            <a:lin ang="5400000" scaled="0"/>
          </a:gradFill>
          <a:ln w="9525" cap="flat" cmpd="sng">
            <a:solidFill>
              <a:schemeClr val="accent2"/>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rgbClr val="7030A0"/>
                </a:solidFill>
                <a:latin typeface="Helvetica Neue"/>
                <a:ea typeface="Helvetica Neue"/>
                <a:cs typeface="Helvetica Neue"/>
                <a:sym typeface="Helvetica Neue"/>
              </a:rPr>
              <a:t>Why?</a:t>
            </a:r>
            <a:endParaRPr/>
          </a:p>
        </p:txBody>
      </p:sp>
      <p:sp>
        <p:nvSpPr>
          <p:cNvPr id="318" name="Google Shape;318;p28"/>
          <p:cNvSpPr txBox="1"/>
          <p:nvPr/>
        </p:nvSpPr>
        <p:spPr>
          <a:xfrm>
            <a:off x="457200" y="4495800"/>
            <a:ext cx="4724400" cy="147732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u="sng">
                <a:solidFill>
                  <a:schemeClr val="dk1"/>
                </a:solidFill>
                <a:latin typeface="Calibri"/>
                <a:ea typeface="Calibri"/>
                <a:cs typeface="Calibri"/>
                <a:sym typeface="Calibri"/>
              </a:rPr>
              <a:t>Imperative:</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Every step of execution should be carefully given</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You are detailing the </a:t>
            </a:r>
            <a:r>
              <a:rPr lang="en-US" sz="1800" b="1" u="sng">
                <a:solidFill>
                  <a:schemeClr val="dk1"/>
                </a:solidFill>
                <a:latin typeface="Calibri"/>
                <a:ea typeface="Calibri"/>
                <a:cs typeface="Calibri"/>
                <a:sym typeface="Calibri"/>
              </a:rPr>
              <a:t>how</a:t>
            </a:r>
            <a:r>
              <a:rPr lang="en-US" sz="1800">
                <a:solidFill>
                  <a:schemeClr val="dk1"/>
                </a:solidFill>
                <a:latin typeface="Calibri"/>
                <a:ea typeface="Calibri"/>
                <a:cs typeface="Calibri"/>
                <a:sym typeface="Calibri"/>
              </a:rPr>
              <a:t> part here</a:t>
            </a:r>
            <a:endParaRPr/>
          </a:p>
          <a:p>
            <a:pPr marL="0" marR="0" lvl="0" indent="0" algn="l" rtl="0">
              <a:spcBef>
                <a:spcPts val="0"/>
              </a:spcBef>
              <a:spcAft>
                <a:spcPts val="0"/>
              </a:spcAft>
              <a:buNone/>
            </a:pPr>
            <a:endParaRPr sz="1800" b="1">
              <a:solidFill>
                <a:schemeClr val="dk1"/>
              </a:solidFill>
              <a:latin typeface="Calibri"/>
              <a:ea typeface="Calibri"/>
              <a:cs typeface="Calibri"/>
              <a:sym typeface="Calibri"/>
            </a:endParaRPr>
          </a:p>
        </p:txBody>
      </p:sp>
      <p:sp>
        <p:nvSpPr>
          <p:cNvPr id="319" name="Google Shape;319;p28"/>
          <p:cNvSpPr txBox="1"/>
          <p:nvPr/>
        </p:nvSpPr>
        <p:spPr>
          <a:xfrm>
            <a:off x="6553200" y="4495800"/>
            <a:ext cx="4724400" cy="175432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u="sng">
                <a:solidFill>
                  <a:schemeClr val="dk1"/>
                </a:solidFill>
                <a:latin typeface="Calibri"/>
                <a:ea typeface="Calibri"/>
                <a:cs typeface="Calibri"/>
                <a:sym typeface="Calibri"/>
              </a:rPr>
              <a:t>Declarative:</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You are just saying what you want</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You are asking for </a:t>
            </a:r>
            <a:r>
              <a:rPr lang="en-US" sz="1800" b="1" u="sng">
                <a:solidFill>
                  <a:schemeClr val="dk1"/>
                </a:solidFill>
                <a:latin typeface="Calibri"/>
                <a:ea typeface="Calibri"/>
                <a:cs typeface="Calibri"/>
                <a:sym typeface="Calibri"/>
              </a:rPr>
              <a:t>what</a:t>
            </a:r>
            <a:r>
              <a:rPr lang="en-US" sz="1800">
                <a:solidFill>
                  <a:schemeClr val="dk1"/>
                </a:solidFill>
                <a:latin typeface="Calibri"/>
                <a:ea typeface="Calibri"/>
                <a:cs typeface="Calibri"/>
                <a:sym typeface="Calibri"/>
              </a:rPr>
              <a:t> you need with all conditions applied</a:t>
            </a:r>
            <a:endParaRPr/>
          </a:p>
          <a:p>
            <a:pPr marL="0" marR="0" lvl="0" indent="0" algn="l" rtl="0">
              <a:spcBef>
                <a:spcPts val="0"/>
              </a:spcBef>
              <a:spcAft>
                <a:spcPts val="0"/>
              </a:spcAft>
              <a:buNone/>
            </a:pPr>
            <a:endParaRPr sz="1800" b="1">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23"/>
        <p:cNvGrpSpPr/>
        <p:nvPr/>
      </p:nvGrpSpPr>
      <p:grpSpPr>
        <a:xfrm>
          <a:off x="0" y="0"/>
          <a:ext cx="0" cy="0"/>
          <a:chOff x="0" y="0"/>
          <a:chExt cx="0" cy="0"/>
        </a:xfrm>
      </p:grpSpPr>
      <p:sp>
        <p:nvSpPr>
          <p:cNvPr id="324" name="Google Shape;324;p29"/>
          <p:cNvSpPr txBox="1">
            <a:spLocks noGrp="1"/>
          </p:cNvSpPr>
          <p:nvPr>
            <p:ph type="title"/>
          </p:nvPr>
        </p:nvSpPr>
        <p:spPr>
          <a:xfrm>
            <a:off x="838200" y="160569"/>
            <a:ext cx="9321800" cy="76436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3200"/>
              <a:buFont typeface="Helvetica Neue"/>
              <a:buNone/>
            </a:pPr>
            <a:r>
              <a:rPr lang="en-US"/>
              <a:t>Imperative vs Declarative</a:t>
            </a:r>
            <a:endParaRPr/>
          </a:p>
        </p:txBody>
      </p:sp>
      <p:pic>
        <p:nvPicPr>
          <p:cNvPr id="325" name="Google Shape;325;p29"/>
          <p:cNvPicPr preferRelativeResize="0"/>
          <p:nvPr/>
        </p:nvPicPr>
        <p:blipFill rotWithShape="1">
          <a:blip r:embed="rId3">
            <a:alphaModFix/>
          </a:blip>
          <a:srcRect/>
          <a:stretch/>
        </p:blipFill>
        <p:spPr>
          <a:xfrm>
            <a:off x="228600" y="1676400"/>
            <a:ext cx="3686175" cy="1581150"/>
          </a:xfrm>
          <a:prstGeom prst="rect">
            <a:avLst/>
          </a:prstGeom>
          <a:noFill/>
          <a:ln>
            <a:noFill/>
          </a:ln>
        </p:spPr>
      </p:pic>
      <p:cxnSp>
        <p:nvCxnSpPr>
          <p:cNvPr id="326" name="Google Shape;326;p29"/>
          <p:cNvCxnSpPr/>
          <p:nvPr/>
        </p:nvCxnSpPr>
        <p:spPr>
          <a:xfrm>
            <a:off x="6037729" y="924933"/>
            <a:ext cx="0" cy="5933067"/>
          </a:xfrm>
          <a:prstGeom prst="straightConnector1">
            <a:avLst/>
          </a:prstGeom>
          <a:noFill/>
          <a:ln w="19050" cap="flat" cmpd="sng">
            <a:solidFill>
              <a:schemeClr val="dk1"/>
            </a:solidFill>
            <a:prstDash val="solid"/>
            <a:miter lim="800000"/>
            <a:headEnd type="none" w="sm" len="sm"/>
            <a:tailEnd type="none" w="sm" len="sm"/>
          </a:ln>
        </p:spPr>
      </p:cxnSp>
      <p:sp>
        <p:nvSpPr>
          <p:cNvPr id="327" name="Google Shape;327;p29"/>
          <p:cNvSpPr txBox="1"/>
          <p:nvPr/>
        </p:nvSpPr>
        <p:spPr>
          <a:xfrm>
            <a:off x="533399" y="1040368"/>
            <a:ext cx="3886199" cy="369332"/>
          </a:xfrm>
          <a:prstGeom prst="rect">
            <a:avLst/>
          </a:prstGeom>
          <a:gradFill>
            <a:gsLst>
              <a:gs pos="0">
                <a:srgbClr val="B0CAE9"/>
              </a:gs>
              <a:gs pos="50000">
                <a:srgbClr val="A1C1E4"/>
              </a:gs>
              <a:gs pos="100000">
                <a:srgbClr val="90B8E4"/>
              </a:gs>
            </a:gsLst>
            <a:lin ang="5400000" scaled="0"/>
          </a:gradFill>
          <a:ln w="9525" cap="flat" cmpd="sng">
            <a:solidFill>
              <a:schemeClr val="accent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Helvetica Neue"/>
                <a:ea typeface="Helvetica Neue"/>
                <a:cs typeface="Helvetica Neue"/>
                <a:sym typeface="Helvetica Neue"/>
              </a:rPr>
              <a:t>Imperative</a:t>
            </a:r>
            <a:endParaRPr/>
          </a:p>
        </p:txBody>
      </p:sp>
      <p:sp>
        <p:nvSpPr>
          <p:cNvPr id="328" name="Google Shape;328;p29"/>
          <p:cNvSpPr txBox="1"/>
          <p:nvPr/>
        </p:nvSpPr>
        <p:spPr>
          <a:xfrm>
            <a:off x="7095005" y="1040368"/>
            <a:ext cx="3886199" cy="369332"/>
          </a:xfrm>
          <a:prstGeom prst="rect">
            <a:avLst/>
          </a:prstGeom>
          <a:gradFill>
            <a:gsLst>
              <a:gs pos="0">
                <a:srgbClr val="FFDC9B"/>
              </a:gs>
              <a:gs pos="50000">
                <a:srgbClr val="FFD68D"/>
              </a:gs>
              <a:gs pos="100000">
                <a:srgbClr val="FFD478"/>
              </a:gs>
            </a:gsLst>
            <a:lin ang="5400000" scaled="0"/>
          </a:gradFill>
          <a:ln w="9525" cap="flat" cmpd="sng">
            <a:solidFill>
              <a:schemeClr val="accent4"/>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Helvetica Neue"/>
                <a:ea typeface="Helvetica Neue"/>
                <a:cs typeface="Helvetica Neue"/>
                <a:sym typeface="Helvetica Neue"/>
              </a:rPr>
              <a:t>Declarative</a:t>
            </a:r>
            <a:endParaRPr/>
          </a:p>
        </p:txBody>
      </p:sp>
      <p:pic>
        <p:nvPicPr>
          <p:cNvPr id="329" name="Google Shape;329;p29"/>
          <p:cNvPicPr preferRelativeResize="0"/>
          <p:nvPr/>
        </p:nvPicPr>
        <p:blipFill rotWithShape="1">
          <a:blip r:embed="rId4">
            <a:alphaModFix/>
          </a:blip>
          <a:srcRect/>
          <a:stretch/>
        </p:blipFill>
        <p:spPr>
          <a:xfrm>
            <a:off x="7130864" y="1685365"/>
            <a:ext cx="4105275" cy="333375"/>
          </a:xfrm>
          <a:prstGeom prst="rect">
            <a:avLst/>
          </a:prstGeom>
          <a:noFill/>
          <a:ln>
            <a:noFill/>
          </a:ln>
        </p:spPr>
      </p:pic>
      <p:sp>
        <p:nvSpPr>
          <p:cNvPr id="330" name="Google Shape;330;p29"/>
          <p:cNvSpPr txBox="1"/>
          <p:nvPr/>
        </p:nvSpPr>
        <p:spPr>
          <a:xfrm>
            <a:off x="3914775" y="1943449"/>
            <a:ext cx="4628028" cy="646331"/>
          </a:xfrm>
          <a:prstGeom prst="rect">
            <a:avLst/>
          </a:prstGeom>
          <a:solidFill>
            <a:schemeClr val="lt1"/>
          </a:solidFill>
          <a:ln w="12700" cap="flat" cmpd="sng">
            <a:solidFill>
              <a:schemeClr val="accent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Helvetica Neue"/>
                <a:ea typeface="Helvetica Neue"/>
                <a:cs typeface="Helvetica Neue"/>
                <a:sym typeface="Helvetica Neue"/>
              </a:rPr>
              <a:t>Both wants retrieve sharks from the animals list</a:t>
            </a:r>
            <a:endParaRPr/>
          </a:p>
        </p:txBody>
      </p:sp>
      <p:sp>
        <p:nvSpPr>
          <p:cNvPr id="331" name="Google Shape;331;p29"/>
          <p:cNvSpPr txBox="1"/>
          <p:nvPr/>
        </p:nvSpPr>
        <p:spPr>
          <a:xfrm>
            <a:off x="228600" y="3429674"/>
            <a:ext cx="5333998" cy="3139321"/>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1800"/>
              <a:buFont typeface="Noto Sans Symbols"/>
              <a:buChar char="⮚"/>
            </a:pPr>
            <a:r>
              <a:rPr lang="en-US" sz="1800">
                <a:solidFill>
                  <a:schemeClr val="dk1"/>
                </a:solidFill>
                <a:latin typeface="Helvetica Neue"/>
                <a:ea typeface="Helvetica Neue"/>
                <a:cs typeface="Helvetica Neue"/>
                <a:sym typeface="Helvetica Neue"/>
              </a:rPr>
              <a:t>Here  the computer is instructed to perform the certain operations in a particular order</a:t>
            </a:r>
            <a:endParaRPr/>
          </a:p>
          <a:p>
            <a:pPr marL="285750" marR="0" lvl="0" indent="-171450" algn="l" rtl="0">
              <a:spcBef>
                <a:spcPts val="0"/>
              </a:spcBef>
              <a:spcAft>
                <a:spcPts val="0"/>
              </a:spcAft>
              <a:buClr>
                <a:schemeClr val="dk1"/>
              </a:buClr>
              <a:buSzPts val="1800"/>
              <a:buFont typeface="Noto Sans Symbols"/>
              <a:buNone/>
            </a:pPr>
            <a:endParaRPr sz="1800">
              <a:solidFill>
                <a:schemeClr val="dk1"/>
              </a:solidFill>
              <a:latin typeface="Helvetica Neue"/>
              <a:ea typeface="Helvetica Neue"/>
              <a:cs typeface="Helvetica Neue"/>
              <a:sym typeface="Helvetica Neue"/>
            </a:endParaRPr>
          </a:p>
          <a:p>
            <a:pPr marL="742950" marR="0" lvl="1" indent="-285750" algn="l" rtl="0">
              <a:spcBef>
                <a:spcPts val="0"/>
              </a:spcBef>
              <a:spcAft>
                <a:spcPts val="0"/>
              </a:spcAft>
              <a:buClr>
                <a:schemeClr val="dk1"/>
              </a:buClr>
              <a:buSzPts val="1800"/>
              <a:buFont typeface="Noto Sans Symbols"/>
              <a:buChar char="▪"/>
            </a:pPr>
            <a:r>
              <a:rPr lang="en-US" sz="1800" b="0" i="0" u="none" strike="noStrike" cap="none">
                <a:solidFill>
                  <a:schemeClr val="dk1"/>
                </a:solidFill>
                <a:latin typeface="Helvetica Neue"/>
                <a:ea typeface="Helvetica Neue"/>
                <a:cs typeface="Helvetica Neue"/>
                <a:sym typeface="Helvetica Neue"/>
              </a:rPr>
              <a:t>Stepping through the code</a:t>
            </a:r>
            <a:endParaRPr/>
          </a:p>
          <a:p>
            <a:pPr marL="742950" marR="0" lvl="1" indent="-285750" algn="l" rtl="0">
              <a:spcBef>
                <a:spcPts val="0"/>
              </a:spcBef>
              <a:spcAft>
                <a:spcPts val="0"/>
              </a:spcAft>
              <a:buClr>
                <a:schemeClr val="dk1"/>
              </a:buClr>
              <a:buSzPts val="1800"/>
              <a:buFont typeface="Noto Sans Symbols"/>
              <a:buChar char="▪"/>
            </a:pPr>
            <a:r>
              <a:rPr lang="en-US" sz="1800" b="0" i="0" u="none" strike="noStrike" cap="none">
                <a:solidFill>
                  <a:schemeClr val="dk1"/>
                </a:solidFill>
                <a:latin typeface="Helvetica Neue"/>
                <a:ea typeface="Helvetica Neue"/>
                <a:cs typeface="Helvetica Neue"/>
                <a:sym typeface="Helvetica Neue"/>
              </a:rPr>
              <a:t>Evaluating conditions</a:t>
            </a:r>
            <a:endParaRPr/>
          </a:p>
          <a:p>
            <a:pPr marL="742950" marR="0" lvl="1" indent="-285750" algn="l" rtl="0">
              <a:spcBef>
                <a:spcPts val="0"/>
              </a:spcBef>
              <a:spcAft>
                <a:spcPts val="0"/>
              </a:spcAft>
              <a:buClr>
                <a:schemeClr val="dk1"/>
              </a:buClr>
              <a:buSzPts val="1800"/>
              <a:buFont typeface="Noto Sans Symbols"/>
              <a:buChar char="▪"/>
            </a:pPr>
            <a:r>
              <a:rPr lang="en-US" sz="1800" b="0" i="0" u="none" strike="noStrike" cap="none">
                <a:solidFill>
                  <a:schemeClr val="dk1"/>
                </a:solidFill>
                <a:latin typeface="Helvetica Neue"/>
                <a:ea typeface="Helvetica Neue"/>
                <a:cs typeface="Helvetica Neue"/>
                <a:sym typeface="Helvetica Neue"/>
              </a:rPr>
              <a:t>Updating relevant variables</a:t>
            </a:r>
            <a:endParaRPr/>
          </a:p>
          <a:p>
            <a:pPr marL="742950" marR="0" lvl="1" indent="-285750" algn="l" rtl="0">
              <a:spcBef>
                <a:spcPts val="0"/>
              </a:spcBef>
              <a:spcAft>
                <a:spcPts val="0"/>
              </a:spcAft>
              <a:buClr>
                <a:schemeClr val="dk1"/>
              </a:buClr>
              <a:buSzPts val="1800"/>
              <a:buFont typeface="Noto Sans Symbols"/>
              <a:buChar char="▪"/>
            </a:pPr>
            <a:r>
              <a:rPr lang="en-US" sz="1800" b="0" i="0" u="none" strike="noStrike" cap="none">
                <a:solidFill>
                  <a:schemeClr val="dk1"/>
                </a:solidFill>
                <a:latin typeface="Helvetica Neue"/>
                <a:ea typeface="Helvetica Neue"/>
                <a:cs typeface="Helvetica Neue"/>
                <a:sym typeface="Helvetica Neue"/>
              </a:rPr>
              <a:t>Decision to go and fetch the next record or not</a:t>
            </a:r>
            <a:endParaRPr/>
          </a:p>
          <a:p>
            <a:pPr marL="285750" marR="0" lvl="0" indent="-285750" algn="l" rtl="0">
              <a:spcBef>
                <a:spcPts val="0"/>
              </a:spcBef>
              <a:spcAft>
                <a:spcPts val="0"/>
              </a:spcAft>
              <a:buClr>
                <a:schemeClr val="dk1"/>
              </a:buClr>
              <a:buSzPts val="1800"/>
              <a:buFont typeface="Noto Sans Symbols"/>
              <a:buChar char="⮚"/>
            </a:pPr>
            <a:r>
              <a:rPr lang="en-US" sz="1800">
                <a:solidFill>
                  <a:schemeClr val="dk1"/>
                </a:solidFill>
                <a:latin typeface="Helvetica Neue"/>
                <a:ea typeface="Helvetica Neue"/>
                <a:cs typeface="Helvetica Neue"/>
                <a:sym typeface="Helvetica Neue"/>
              </a:rPr>
              <a:t>Here how to achieve the result is given</a:t>
            </a:r>
            <a:endParaRPr/>
          </a:p>
          <a:p>
            <a:pPr marL="285750" marR="0" lvl="0" indent="-285750" algn="l" rtl="0">
              <a:spcBef>
                <a:spcPts val="0"/>
              </a:spcBef>
              <a:spcAft>
                <a:spcPts val="0"/>
              </a:spcAft>
              <a:buClr>
                <a:schemeClr val="dk1"/>
              </a:buClr>
              <a:buSzPts val="1800"/>
              <a:buFont typeface="Noto Sans Symbols"/>
              <a:buChar char="⮚"/>
            </a:pPr>
            <a:r>
              <a:rPr lang="en-US" sz="1800">
                <a:solidFill>
                  <a:schemeClr val="dk1"/>
                </a:solidFill>
                <a:latin typeface="Helvetica Neue"/>
                <a:ea typeface="Helvetica Neue"/>
                <a:cs typeface="Helvetica Neue"/>
                <a:sym typeface="Helvetica Neue"/>
              </a:rPr>
              <a:t>The developer/programmer should know the optimal way</a:t>
            </a:r>
            <a:endParaRPr/>
          </a:p>
        </p:txBody>
      </p:sp>
      <p:sp>
        <p:nvSpPr>
          <p:cNvPr id="332" name="Google Shape;332;p29"/>
          <p:cNvSpPr txBox="1"/>
          <p:nvPr/>
        </p:nvSpPr>
        <p:spPr>
          <a:xfrm>
            <a:off x="6447305" y="3221691"/>
            <a:ext cx="5333998" cy="3416320"/>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1800"/>
              <a:buFont typeface="Noto Sans Symbols"/>
              <a:buChar char="⮚"/>
            </a:pPr>
            <a:r>
              <a:rPr lang="en-US" sz="1800">
                <a:solidFill>
                  <a:schemeClr val="dk1"/>
                </a:solidFill>
                <a:latin typeface="Helvetica Neue"/>
                <a:ea typeface="Helvetica Neue"/>
                <a:cs typeface="Helvetica Neue"/>
                <a:sym typeface="Helvetica Neue"/>
              </a:rPr>
              <a:t>Here just the pattern of data that is needed is specified along with</a:t>
            </a:r>
            <a:endParaRPr/>
          </a:p>
          <a:p>
            <a:pPr marL="285750" marR="0" lvl="0" indent="-171450" algn="l" rtl="0">
              <a:spcBef>
                <a:spcPts val="0"/>
              </a:spcBef>
              <a:spcAft>
                <a:spcPts val="0"/>
              </a:spcAft>
              <a:buClr>
                <a:schemeClr val="dk1"/>
              </a:buClr>
              <a:buSzPts val="1800"/>
              <a:buFont typeface="Noto Sans Symbols"/>
              <a:buNone/>
            </a:pPr>
            <a:endParaRPr sz="1800">
              <a:solidFill>
                <a:schemeClr val="dk1"/>
              </a:solidFill>
              <a:latin typeface="Helvetica Neue"/>
              <a:ea typeface="Helvetica Neue"/>
              <a:cs typeface="Helvetica Neue"/>
              <a:sym typeface="Helvetica Neue"/>
            </a:endParaRPr>
          </a:p>
          <a:p>
            <a:pPr marL="742950" marR="0" lvl="1" indent="-285750" algn="l" rtl="0">
              <a:spcBef>
                <a:spcPts val="0"/>
              </a:spcBef>
              <a:spcAft>
                <a:spcPts val="0"/>
              </a:spcAft>
              <a:buClr>
                <a:schemeClr val="dk1"/>
              </a:buClr>
              <a:buSzPts val="1800"/>
              <a:buFont typeface="Noto Sans Symbols"/>
              <a:buChar char="▪"/>
            </a:pPr>
            <a:r>
              <a:rPr lang="en-US" sz="1800" b="0" i="0" u="none" strike="noStrike" cap="none">
                <a:solidFill>
                  <a:schemeClr val="dk1"/>
                </a:solidFill>
                <a:latin typeface="Helvetica Neue"/>
                <a:ea typeface="Helvetica Neue"/>
                <a:cs typeface="Helvetica Neue"/>
                <a:sym typeface="Helvetica Neue"/>
              </a:rPr>
              <a:t>what conditions the results must meet</a:t>
            </a:r>
            <a:endParaRPr/>
          </a:p>
          <a:p>
            <a:pPr marL="742950" marR="0" lvl="1" indent="-285750" algn="l" rtl="0">
              <a:spcBef>
                <a:spcPts val="0"/>
              </a:spcBef>
              <a:spcAft>
                <a:spcPts val="0"/>
              </a:spcAft>
              <a:buClr>
                <a:schemeClr val="dk1"/>
              </a:buClr>
              <a:buSzPts val="1800"/>
              <a:buFont typeface="Noto Sans Symbols"/>
              <a:buChar char="▪"/>
            </a:pPr>
            <a:r>
              <a:rPr lang="en-US" sz="1800" b="0" i="0" u="none" strike="noStrike" cap="none">
                <a:solidFill>
                  <a:schemeClr val="dk1"/>
                </a:solidFill>
                <a:latin typeface="Helvetica Neue"/>
                <a:ea typeface="Helvetica Neue"/>
                <a:cs typeface="Helvetica Neue"/>
                <a:sym typeface="Helvetica Neue"/>
              </a:rPr>
              <a:t>how you want it to be transformed  e.g. sorted, grouped and aggregated</a:t>
            </a:r>
            <a:endParaRPr/>
          </a:p>
          <a:p>
            <a:pPr marL="742950" marR="0" lvl="1" indent="-171450" algn="l" rtl="0">
              <a:spcBef>
                <a:spcPts val="0"/>
              </a:spcBef>
              <a:spcAft>
                <a:spcPts val="0"/>
              </a:spcAft>
              <a:buClr>
                <a:schemeClr val="dk1"/>
              </a:buClr>
              <a:buSzPts val="1800"/>
              <a:buFont typeface="Noto Sans Symbols"/>
              <a:buNone/>
            </a:pPr>
            <a:endParaRPr sz="1800" b="0" i="0" u="none" strike="noStrike" cap="none">
              <a:solidFill>
                <a:schemeClr val="dk1"/>
              </a:solidFill>
              <a:latin typeface="Helvetica Neue"/>
              <a:ea typeface="Helvetica Neue"/>
              <a:cs typeface="Helvetica Neue"/>
              <a:sym typeface="Helvetica Neue"/>
            </a:endParaRPr>
          </a:p>
          <a:p>
            <a:pPr marL="285750" marR="0" lvl="0" indent="-285750" algn="l" rtl="0">
              <a:spcBef>
                <a:spcPts val="0"/>
              </a:spcBef>
              <a:spcAft>
                <a:spcPts val="0"/>
              </a:spcAft>
              <a:buClr>
                <a:schemeClr val="dk1"/>
              </a:buClr>
              <a:buSzPts val="1800"/>
              <a:buFont typeface="Noto Sans Symbols"/>
              <a:buChar char="⮚"/>
            </a:pPr>
            <a:r>
              <a:rPr lang="en-US" sz="1800">
                <a:solidFill>
                  <a:schemeClr val="dk1"/>
                </a:solidFill>
                <a:latin typeface="Helvetica Neue"/>
                <a:ea typeface="Helvetica Neue"/>
                <a:cs typeface="Helvetica Neue"/>
                <a:sym typeface="Helvetica Neue"/>
              </a:rPr>
              <a:t>How part is not mentioned</a:t>
            </a:r>
            <a:endParaRPr/>
          </a:p>
          <a:p>
            <a:pPr marL="285750" marR="0" lvl="0" indent="-285750" algn="l" rtl="0">
              <a:spcBef>
                <a:spcPts val="0"/>
              </a:spcBef>
              <a:spcAft>
                <a:spcPts val="0"/>
              </a:spcAft>
              <a:buClr>
                <a:schemeClr val="dk1"/>
              </a:buClr>
              <a:buSzPts val="1800"/>
              <a:buFont typeface="Noto Sans Symbols"/>
              <a:buChar char="⮚"/>
            </a:pPr>
            <a:r>
              <a:rPr lang="en-US" sz="1800">
                <a:solidFill>
                  <a:schemeClr val="dk1"/>
                </a:solidFill>
                <a:latin typeface="Helvetica Neue"/>
                <a:ea typeface="Helvetica Neue"/>
                <a:cs typeface="Helvetica Neue"/>
                <a:sym typeface="Helvetica Neue"/>
              </a:rPr>
              <a:t>Up to the database system’s query optimizer to decide </a:t>
            </a:r>
            <a:endParaRPr/>
          </a:p>
          <a:p>
            <a:pPr marL="285750" marR="0" lvl="0" indent="-285750" algn="l" rtl="0">
              <a:spcBef>
                <a:spcPts val="0"/>
              </a:spcBef>
              <a:spcAft>
                <a:spcPts val="0"/>
              </a:spcAft>
              <a:buClr>
                <a:schemeClr val="dk1"/>
              </a:buClr>
              <a:buSzPts val="1800"/>
              <a:buFont typeface="Noto Sans Symbols"/>
              <a:buChar char="⮚"/>
            </a:pPr>
            <a:r>
              <a:rPr lang="en-US" sz="1800">
                <a:solidFill>
                  <a:schemeClr val="dk1"/>
                </a:solidFill>
                <a:latin typeface="Helvetica Neue"/>
                <a:ea typeface="Helvetica Neue"/>
                <a:cs typeface="Helvetica Neue"/>
                <a:sym typeface="Helvetica Neue"/>
              </a:rPr>
              <a:t>Indexes &amp; joins to use </a:t>
            </a:r>
            <a:endParaRPr/>
          </a:p>
          <a:p>
            <a:pPr marL="285750" marR="0" lvl="0" indent="-285750" algn="l" rtl="0">
              <a:spcBef>
                <a:spcPts val="0"/>
              </a:spcBef>
              <a:spcAft>
                <a:spcPts val="0"/>
              </a:spcAft>
              <a:buClr>
                <a:schemeClr val="dk1"/>
              </a:buClr>
              <a:buSzPts val="1800"/>
              <a:buFont typeface="Noto Sans Symbols"/>
              <a:buChar char="⮚"/>
            </a:pPr>
            <a:r>
              <a:rPr lang="en-US" sz="1800">
                <a:solidFill>
                  <a:schemeClr val="dk1"/>
                </a:solidFill>
                <a:latin typeface="Helvetica Neue"/>
                <a:ea typeface="Helvetica Neue"/>
                <a:cs typeface="Helvetica Neue"/>
                <a:sym typeface="Helvetica Neue"/>
              </a:rPr>
              <a:t>Order of execution of various parts of the query</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2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3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31">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31">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31">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31">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31">
                                            <p:txEl>
                                              <p:pRg st="4" end="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31">
                                            <p:txEl>
                                              <p:pRg st="5" end="5"/>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31">
                                            <p:txEl>
                                              <p:pRg st="6" end="6"/>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31">
                                            <p:txEl>
                                              <p:pRg st="7" end="7"/>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32">
                                            <p:txEl>
                                              <p:pRg st="0" end="0"/>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32">
                                            <p:txEl>
                                              <p:pRg st="1" end="1"/>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32">
                                            <p:txEl>
                                              <p:pRg st="2" end="2"/>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332">
                                            <p:txEl>
                                              <p:pRg st="3" end="3"/>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332">
                                            <p:txEl>
                                              <p:pRg st="4" end="4"/>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332">
                                            <p:txEl>
                                              <p:pRg st="5" end="5"/>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332">
                                            <p:txEl>
                                              <p:pRg st="6" end="6"/>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332">
                                            <p:txEl>
                                              <p:pRg st="7" end="7"/>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332">
                                            <p:txEl>
                                              <p:pRg st="8" end="8"/>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327"/>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3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p30"/>
          <p:cNvSpPr txBox="1">
            <a:spLocks noGrp="1"/>
          </p:cNvSpPr>
          <p:nvPr>
            <p:ph type="title"/>
          </p:nvPr>
        </p:nvSpPr>
        <p:spPr>
          <a:xfrm>
            <a:off x="838200" y="160569"/>
            <a:ext cx="9321800" cy="76436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3200"/>
              <a:buFont typeface="Helvetica Neue"/>
              <a:buNone/>
            </a:pPr>
            <a:r>
              <a:rPr lang="en-US"/>
              <a:t>Imperative vs Declarative</a:t>
            </a:r>
            <a:endParaRPr/>
          </a:p>
        </p:txBody>
      </p:sp>
      <p:cxnSp>
        <p:nvCxnSpPr>
          <p:cNvPr id="338" name="Google Shape;338;p30"/>
          <p:cNvCxnSpPr/>
          <p:nvPr/>
        </p:nvCxnSpPr>
        <p:spPr>
          <a:xfrm>
            <a:off x="6037729" y="924933"/>
            <a:ext cx="0" cy="5933067"/>
          </a:xfrm>
          <a:prstGeom prst="straightConnector1">
            <a:avLst/>
          </a:prstGeom>
          <a:noFill/>
          <a:ln w="19050" cap="flat" cmpd="sng">
            <a:solidFill>
              <a:schemeClr val="dk1"/>
            </a:solidFill>
            <a:prstDash val="solid"/>
            <a:miter lim="800000"/>
            <a:headEnd type="none" w="sm" len="sm"/>
            <a:tailEnd type="none" w="sm" len="sm"/>
          </a:ln>
        </p:spPr>
      </p:cxnSp>
      <p:sp>
        <p:nvSpPr>
          <p:cNvPr id="339" name="Google Shape;339;p30"/>
          <p:cNvSpPr txBox="1"/>
          <p:nvPr/>
        </p:nvSpPr>
        <p:spPr>
          <a:xfrm>
            <a:off x="533399" y="1040368"/>
            <a:ext cx="3886199" cy="369332"/>
          </a:xfrm>
          <a:prstGeom prst="rect">
            <a:avLst/>
          </a:prstGeom>
          <a:gradFill>
            <a:gsLst>
              <a:gs pos="0">
                <a:srgbClr val="B0CAE9"/>
              </a:gs>
              <a:gs pos="50000">
                <a:srgbClr val="A1C1E4"/>
              </a:gs>
              <a:gs pos="100000">
                <a:srgbClr val="90B8E4"/>
              </a:gs>
            </a:gsLst>
            <a:lin ang="5400000" scaled="0"/>
          </a:gradFill>
          <a:ln w="9525" cap="flat" cmpd="sng">
            <a:solidFill>
              <a:schemeClr val="accent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Helvetica Neue"/>
                <a:ea typeface="Helvetica Neue"/>
                <a:cs typeface="Helvetica Neue"/>
                <a:sym typeface="Helvetica Neue"/>
              </a:rPr>
              <a:t>Imperative</a:t>
            </a:r>
            <a:endParaRPr/>
          </a:p>
        </p:txBody>
      </p:sp>
      <p:sp>
        <p:nvSpPr>
          <p:cNvPr id="340" name="Google Shape;340;p30"/>
          <p:cNvSpPr txBox="1"/>
          <p:nvPr/>
        </p:nvSpPr>
        <p:spPr>
          <a:xfrm>
            <a:off x="7095005" y="1040368"/>
            <a:ext cx="3886199" cy="369332"/>
          </a:xfrm>
          <a:prstGeom prst="rect">
            <a:avLst/>
          </a:prstGeom>
          <a:gradFill>
            <a:gsLst>
              <a:gs pos="0">
                <a:srgbClr val="FFDC9B"/>
              </a:gs>
              <a:gs pos="50000">
                <a:srgbClr val="FFD68D"/>
              </a:gs>
              <a:gs pos="100000">
                <a:srgbClr val="FFD478"/>
              </a:gs>
            </a:gsLst>
            <a:lin ang="5400000" scaled="0"/>
          </a:gradFill>
          <a:ln w="9525" cap="flat" cmpd="sng">
            <a:solidFill>
              <a:schemeClr val="accent4"/>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Helvetica Neue"/>
                <a:ea typeface="Helvetica Neue"/>
                <a:cs typeface="Helvetica Neue"/>
                <a:sym typeface="Helvetica Neue"/>
              </a:rPr>
              <a:t>Declarative</a:t>
            </a:r>
            <a:endParaRPr/>
          </a:p>
        </p:txBody>
      </p:sp>
      <p:sp>
        <p:nvSpPr>
          <p:cNvPr id="341" name="Google Shape;341;p30"/>
          <p:cNvSpPr txBox="1"/>
          <p:nvPr/>
        </p:nvSpPr>
        <p:spPr>
          <a:xfrm>
            <a:off x="388285" y="1565476"/>
            <a:ext cx="5333998" cy="3365024"/>
          </a:xfrm>
          <a:prstGeom prst="rect">
            <a:avLst/>
          </a:prstGeom>
          <a:noFill/>
          <a:ln>
            <a:noFill/>
          </a:ln>
        </p:spPr>
        <p:txBody>
          <a:bodyPr spcFirstLastPara="1" wrap="square" lIns="91425" tIns="45700" rIns="91425" bIns="45700" anchor="t" anchorCtr="0">
            <a:spAutoFit/>
          </a:bodyPr>
          <a:lstStyle/>
          <a:p>
            <a:pPr marL="285750" marR="0" lvl="0" indent="-285750" algn="l" rtl="0">
              <a:lnSpc>
                <a:spcPct val="150000"/>
              </a:lnSpc>
              <a:spcBef>
                <a:spcPts val="0"/>
              </a:spcBef>
              <a:spcAft>
                <a:spcPts val="0"/>
              </a:spcAft>
              <a:buClr>
                <a:schemeClr val="dk1"/>
              </a:buClr>
              <a:buSzPts val="1800"/>
              <a:buFont typeface="Noto Sans Symbols"/>
              <a:buChar char="⮚"/>
            </a:pPr>
            <a:r>
              <a:rPr lang="en-US" sz="1800">
                <a:solidFill>
                  <a:schemeClr val="dk1"/>
                </a:solidFill>
                <a:latin typeface="Helvetica Neue"/>
                <a:ea typeface="Helvetica Neue"/>
                <a:cs typeface="Helvetica Neue"/>
                <a:sym typeface="Helvetica Neue"/>
              </a:rPr>
              <a:t>The underlying system cannot optimize the execution or memory</a:t>
            </a:r>
            <a:endParaRPr/>
          </a:p>
          <a:p>
            <a:pPr marL="285750" marR="0" lvl="0" indent="-285750" algn="l" rtl="0">
              <a:lnSpc>
                <a:spcPct val="150000"/>
              </a:lnSpc>
              <a:spcBef>
                <a:spcPts val="0"/>
              </a:spcBef>
              <a:spcAft>
                <a:spcPts val="0"/>
              </a:spcAft>
              <a:buClr>
                <a:schemeClr val="dk1"/>
              </a:buClr>
              <a:buSzPts val="1800"/>
              <a:buFont typeface="Noto Sans Symbols"/>
              <a:buChar char="⮚"/>
            </a:pPr>
            <a:r>
              <a:rPr lang="en-US" sz="1800">
                <a:solidFill>
                  <a:schemeClr val="dk1"/>
                </a:solidFill>
                <a:latin typeface="Helvetica Neue"/>
                <a:ea typeface="Helvetica Neue"/>
                <a:cs typeface="Helvetica Neue"/>
                <a:sym typeface="Helvetica Neue"/>
              </a:rPr>
              <a:t>Ordering of the output is assured</a:t>
            </a:r>
            <a:endParaRPr/>
          </a:p>
          <a:p>
            <a:pPr marL="285750" marR="0" lvl="0" indent="-285750" algn="l" rtl="0">
              <a:lnSpc>
                <a:spcPct val="150000"/>
              </a:lnSpc>
              <a:spcBef>
                <a:spcPts val="0"/>
              </a:spcBef>
              <a:spcAft>
                <a:spcPts val="0"/>
              </a:spcAft>
              <a:buClr>
                <a:schemeClr val="dk1"/>
              </a:buClr>
              <a:buSzPts val="1800"/>
              <a:buFont typeface="Noto Sans Symbols"/>
              <a:buChar char="⮚"/>
            </a:pPr>
            <a:r>
              <a:rPr lang="en-US" sz="1800">
                <a:solidFill>
                  <a:schemeClr val="dk1"/>
                </a:solidFill>
                <a:latin typeface="Helvetica Neue"/>
                <a:ea typeface="Helvetica Neue"/>
                <a:cs typeface="Helvetica Neue"/>
                <a:sym typeface="Helvetica Neue"/>
              </a:rPr>
              <a:t>Though CPUs are evolving and so an optimal performance can be achieved, still it is explicit mostly</a:t>
            </a:r>
            <a:endParaRPr/>
          </a:p>
          <a:p>
            <a:pPr marL="285750" marR="0" lvl="0" indent="-285750" algn="l" rtl="0">
              <a:lnSpc>
                <a:spcPct val="150000"/>
              </a:lnSpc>
              <a:spcBef>
                <a:spcPts val="0"/>
              </a:spcBef>
              <a:spcAft>
                <a:spcPts val="0"/>
              </a:spcAft>
              <a:buClr>
                <a:schemeClr val="dk1"/>
              </a:buClr>
              <a:buSzPts val="1800"/>
              <a:buFont typeface="Noto Sans Symbols"/>
              <a:buChar char="⮚"/>
            </a:pPr>
            <a:r>
              <a:rPr lang="en-US" sz="1800">
                <a:solidFill>
                  <a:schemeClr val="dk1"/>
                </a:solidFill>
                <a:latin typeface="Helvetica Neue"/>
                <a:ea typeface="Helvetica Neue"/>
                <a:cs typeface="Helvetica Neue"/>
                <a:sym typeface="Helvetica Neue"/>
              </a:rPr>
              <a:t>Parallel execution of a sequence of instruction is quite complex</a:t>
            </a:r>
            <a:endParaRPr/>
          </a:p>
        </p:txBody>
      </p:sp>
      <p:sp>
        <p:nvSpPr>
          <p:cNvPr id="342" name="Google Shape;342;p30"/>
          <p:cNvSpPr txBox="1"/>
          <p:nvPr/>
        </p:nvSpPr>
        <p:spPr>
          <a:xfrm>
            <a:off x="6447305" y="1534100"/>
            <a:ext cx="5333998" cy="5145255"/>
          </a:xfrm>
          <a:prstGeom prst="rect">
            <a:avLst/>
          </a:prstGeom>
          <a:noFill/>
          <a:ln>
            <a:noFill/>
          </a:ln>
        </p:spPr>
        <p:txBody>
          <a:bodyPr spcFirstLastPara="1" wrap="square" lIns="91425" tIns="45700" rIns="91425" bIns="45700" anchor="t" anchorCtr="0">
            <a:spAutoFit/>
          </a:bodyPr>
          <a:lstStyle/>
          <a:p>
            <a:pPr marL="285750" marR="0" lvl="0" indent="-285750" algn="l" rtl="0">
              <a:lnSpc>
                <a:spcPct val="150000"/>
              </a:lnSpc>
              <a:spcBef>
                <a:spcPts val="0"/>
              </a:spcBef>
              <a:spcAft>
                <a:spcPts val="0"/>
              </a:spcAft>
              <a:buClr>
                <a:schemeClr val="dk1"/>
              </a:buClr>
              <a:buSzPts val="1700"/>
              <a:buFont typeface="Noto Sans Symbols"/>
              <a:buChar char="⮚"/>
            </a:pPr>
            <a:r>
              <a:rPr lang="en-US" sz="1700">
                <a:solidFill>
                  <a:schemeClr val="dk1"/>
                </a:solidFill>
                <a:latin typeface="Helvetica Neue"/>
                <a:ea typeface="Helvetica Neue"/>
                <a:cs typeface="Helvetica Neue"/>
                <a:sym typeface="Helvetica Neue"/>
              </a:rPr>
              <a:t>Easy to work when compared to imperative language</a:t>
            </a:r>
            <a:endParaRPr/>
          </a:p>
          <a:p>
            <a:pPr marL="285750" marR="0" lvl="0" indent="-285750" algn="l" rtl="0">
              <a:lnSpc>
                <a:spcPct val="150000"/>
              </a:lnSpc>
              <a:spcBef>
                <a:spcPts val="0"/>
              </a:spcBef>
              <a:spcAft>
                <a:spcPts val="0"/>
              </a:spcAft>
              <a:buClr>
                <a:schemeClr val="dk1"/>
              </a:buClr>
              <a:buSzPts val="1700"/>
              <a:buFont typeface="Noto Sans Symbols"/>
              <a:buChar char="⮚"/>
            </a:pPr>
            <a:r>
              <a:rPr lang="en-US" sz="1700">
                <a:solidFill>
                  <a:schemeClr val="dk1"/>
                </a:solidFill>
                <a:latin typeface="Helvetica Neue"/>
                <a:ea typeface="Helvetica Neue"/>
                <a:cs typeface="Helvetica Neue"/>
                <a:sym typeface="Helvetica Neue"/>
              </a:rPr>
              <a:t>Hides implementation details</a:t>
            </a:r>
            <a:endParaRPr/>
          </a:p>
          <a:p>
            <a:pPr marL="285750" marR="0" lvl="0" indent="-285750" algn="l" rtl="0">
              <a:lnSpc>
                <a:spcPct val="150000"/>
              </a:lnSpc>
              <a:spcBef>
                <a:spcPts val="0"/>
              </a:spcBef>
              <a:spcAft>
                <a:spcPts val="0"/>
              </a:spcAft>
              <a:buClr>
                <a:schemeClr val="dk1"/>
              </a:buClr>
              <a:buSzPts val="1700"/>
              <a:buFont typeface="Noto Sans Symbols"/>
              <a:buChar char="⮚"/>
            </a:pPr>
            <a:r>
              <a:rPr lang="en-US" sz="1700">
                <a:solidFill>
                  <a:schemeClr val="dk1"/>
                </a:solidFill>
                <a:latin typeface="Helvetica Neue"/>
                <a:ea typeface="Helvetica Neue"/>
                <a:cs typeface="Helvetica Neue"/>
                <a:sym typeface="Helvetica Neue"/>
              </a:rPr>
              <a:t>Database systems can introduce performance improvements with out need for any changes to queries  </a:t>
            </a:r>
            <a:r>
              <a:rPr lang="en-US" sz="1700" b="1">
                <a:solidFill>
                  <a:schemeClr val="dk1"/>
                </a:solidFill>
                <a:latin typeface="Helvetica Neue"/>
                <a:ea typeface="Helvetica Neue"/>
                <a:cs typeface="Helvetica Neue"/>
                <a:sym typeface="Helvetica Neue"/>
              </a:rPr>
              <a:t>(Refer to execution plan of SQL for example)</a:t>
            </a:r>
            <a:endParaRPr/>
          </a:p>
          <a:p>
            <a:pPr marL="285750" marR="0" lvl="0" indent="-285750" algn="l" rtl="0">
              <a:lnSpc>
                <a:spcPct val="150000"/>
              </a:lnSpc>
              <a:spcBef>
                <a:spcPts val="0"/>
              </a:spcBef>
              <a:spcAft>
                <a:spcPts val="0"/>
              </a:spcAft>
              <a:buClr>
                <a:schemeClr val="dk1"/>
              </a:buClr>
              <a:buSzPts val="1700"/>
              <a:buFont typeface="Noto Sans Symbols"/>
              <a:buChar char="⮚"/>
            </a:pPr>
            <a:r>
              <a:rPr lang="en-US" sz="1700">
                <a:solidFill>
                  <a:schemeClr val="dk1"/>
                </a:solidFill>
                <a:latin typeface="Helvetica Neue"/>
                <a:ea typeface="Helvetica Neue"/>
                <a:cs typeface="Helvetica Neue"/>
                <a:sym typeface="Helvetica Neue"/>
              </a:rPr>
              <a:t>Because it is limited in functionality, there are lot of room for the database system to optimize automatically</a:t>
            </a:r>
            <a:endParaRPr/>
          </a:p>
          <a:p>
            <a:pPr marL="285750" marR="0" lvl="0" indent="-285750" algn="l" rtl="0">
              <a:lnSpc>
                <a:spcPct val="150000"/>
              </a:lnSpc>
              <a:spcBef>
                <a:spcPts val="0"/>
              </a:spcBef>
              <a:spcAft>
                <a:spcPts val="0"/>
              </a:spcAft>
              <a:buClr>
                <a:schemeClr val="dk1"/>
              </a:buClr>
              <a:buSzPts val="1700"/>
              <a:buFont typeface="Noto Sans Symbols"/>
              <a:buChar char="⮚"/>
            </a:pPr>
            <a:r>
              <a:rPr lang="en-US" sz="1700">
                <a:solidFill>
                  <a:schemeClr val="dk1"/>
                </a:solidFill>
                <a:latin typeface="Helvetica Neue"/>
                <a:ea typeface="Helvetica Neue"/>
                <a:cs typeface="Helvetica Neue"/>
                <a:sym typeface="Helvetica Neue"/>
              </a:rPr>
              <a:t>Often lend themselves to parallel execution across </a:t>
            </a:r>
            <a:endParaRPr/>
          </a:p>
          <a:p>
            <a:pPr marL="285750" marR="0" lvl="0" indent="-285750" algn="l" rtl="0">
              <a:lnSpc>
                <a:spcPct val="150000"/>
              </a:lnSpc>
              <a:spcBef>
                <a:spcPts val="0"/>
              </a:spcBef>
              <a:spcAft>
                <a:spcPts val="0"/>
              </a:spcAft>
              <a:buClr>
                <a:schemeClr val="dk1"/>
              </a:buClr>
              <a:buSzPts val="1700"/>
              <a:buFont typeface="Noto Sans Symbols"/>
              <a:buChar char="⮚"/>
            </a:pPr>
            <a:r>
              <a:rPr lang="en-US" sz="1700">
                <a:solidFill>
                  <a:schemeClr val="dk1"/>
                </a:solidFill>
                <a:latin typeface="Helvetica Neue"/>
                <a:ea typeface="Helvetica Neue"/>
                <a:cs typeface="Helvetica Neue"/>
                <a:sym typeface="Helvetica Neue"/>
              </a:rPr>
              <a:t>The decision of parallel execution is also taken by database systems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4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4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42">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42">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42">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42">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3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41">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41">
                                            <p:txEl>
                                              <p:pRg st="1" end="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41">
                                            <p:txEl>
                                              <p:pRg st="2" end="2"/>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4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46"/>
        <p:cNvGrpSpPr/>
        <p:nvPr/>
      </p:nvGrpSpPr>
      <p:grpSpPr>
        <a:xfrm>
          <a:off x="0" y="0"/>
          <a:ext cx="0" cy="0"/>
          <a:chOff x="0" y="0"/>
          <a:chExt cx="0" cy="0"/>
        </a:xfrm>
      </p:grpSpPr>
      <p:sp>
        <p:nvSpPr>
          <p:cNvPr id="347" name="Google Shape;347;p3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p>
            <a:pPr marL="0" lvl="0" indent="0" algn="r" rtl="0">
              <a:lnSpc>
                <a:spcPct val="90000"/>
              </a:lnSpc>
              <a:spcBef>
                <a:spcPts val="0"/>
              </a:spcBef>
              <a:spcAft>
                <a:spcPts val="0"/>
              </a:spcAft>
              <a:buClr>
                <a:srgbClr val="150860"/>
              </a:buClr>
              <a:buSzPts val="5400"/>
              <a:buFont typeface="Helvetica Neue"/>
              <a:buNone/>
            </a:pPr>
            <a:r>
              <a:rPr lang="en-US"/>
              <a:t>Data Storage Layouts</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sp>
        <p:nvSpPr>
          <p:cNvPr id="352" name="Google Shape;352;p32"/>
          <p:cNvSpPr txBox="1">
            <a:spLocks noGrp="1"/>
          </p:cNvSpPr>
          <p:nvPr>
            <p:ph type="title"/>
          </p:nvPr>
        </p:nvSpPr>
        <p:spPr>
          <a:xfrm>
            <a:off x="838200" y="160569"/>
            <a:ext cx="9321800" cy="76436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3200"/>
              <a:buFont typeface="Helvetica Neue"/>
              <a:buNone/>
            </a:pPr>
            <a:r>
              <a:rPr lang="en-US"/>
              <a:t>Row Format vs Column Major Format</a:t>
            </a:r>
            <a:endParaRPr/>
          </a:p>
        </p:txBody>
      </p:sp>
      <p:pic>
        <p:nvPicPr>
          <p:cNvPr id="353" name="Google Shape;353;p32"/>
          <p:cNvPicPr preferRelativeResize="0"/>
          <p:nvPr/>
        </p:nvPicPr>
        <p:blipFill rotWithShape="1">
          <a:blip r:embed="rId3">
            <a:alphaModFix/>
          </a:blip>
          <a:srcRect/>
          <a:stretch/>
        </p:blipFill>
        <p:spPr>
          <a:xfrm>
            <a:off x="838200" y="1219200"/>
            <a:ext cx="10287000" cy="50292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57"/>
        <p:cNvGrpSpPr/>
        <p:nvPr/>
      </p:nvGrpSpPr>
      <p:grpSpPr>
        <a:xfrm>
          <a:off x="0" y="0"/>
          <a:ext cx="0" cy="0"/>
          <a:chOff x="0" y="0"/>
          <a:chExt cx="0" cy="0"/>
        </a:xfrm>
      </p:grpSpPr>
      <p:sp>
        <p:nvSpPr>
          <p:cNvPr id="358" name="Google Shape;358;p33"/>
          <p:cNvSpPr txBox="1">
            <a:spLocks noGrp="1"/>
          </p:cNvSpPr>
          <p:nvPr>
            <p:ph type="title"/>
          </p:nvPr>
        </p:nvSpPr>
        <p:spPr>
          <a:xfrm>
            <a:off x="838200" y="160569"/>
            <a:ext cx="9321800" cy="76436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3200"/>
              <a:buFont typeface="Helvetica Neue"/>
              <a:buNone/>
            </a:pPr>
            <a:r>
              <a:rPr lang="en-US"/>
              <a:t>Row Format vs Column Major Format</a:t>
            </a:r>
            <a:endParaRPr/>
          </a:p>
        </p:txBody>
      </p:sp>
      <p:graphicFrame>
        <p:nvGraphicFramePr>
          <p:cNvPr id="359" name="Google Shape;359;p33"/>
          <p:cNvGraphicFramePr/>
          <p:nvPr/>
        </p:nvGraphicFramePr>
        <p:xfrm>
          <a:off x="381000" y="960792"/>
          <a:ext cx="10972800" cy="5814120"/>
        </p:xfrm>
        <a:graphic>
          <a:graphicData uri="http://schemas.openxmlformats.org/drawingml/2006/table">
            <a:tbl>
              <a:tblPr firstRow="1" bandRow="1">
                <a:noFill/>
                <a:tableStyleId>{9AD5100B-1F40-4F0F-BB9A-7370B093BD96}</a:tableStyleId>
              </a:tblPr>
              <a:tblGrid>
                <a:gridCol w="548640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tblGrid>
              <a:tr h="840750">
                <a:tc>
                  <a:txBody>
                    <a:bodyPr/>
                    <a:lstStyle/>
                    <a:p>
                      <a:pPr marL="0" marR="0" lvl="0" indent="0" algn="ctr" rtl="0">
                        <a:spcBef>
                          <a:spcPts val="0"/>
                        </a:spcBef>
                        <a:spcAft>
                          <a:spcPts val="0"/>
                        </a:spcAft>
                        <a:buNone/>
                      </a:pPr>
                      <a:r>
                        <a:rPr lang="en-US" sz="2000">
                          <a:solidFill>
                            <a:schemeClr val="dk1"/>
                          </a:solidFill>
                        </a:rPr>
                        <a:t>Row Format</a:t>
                      </a:r>
                      <a:endParaRPr sz="2000">
                        <a:solidFill>
                          <a:schemeClr val="dk1"/>
                        </a:solidFill>
                        <a:latin typeface="Helvetica Neue"/>
                        <a:ea typeface="Helvetica Neue"/>
                        <a:cs typeface="Helvetica Neue"/>
                        <a:sym typeface="Helvetica Neue"/>
                      </a:endParaRPr>
                    </a:p>
                  </a:txBody>
                  <a:tcPr marL="91450" marR="91450" marT="45725" marB="45725" anchor="ctr">
                    <a:solidFill>
                      <a:schemeClr val="lt2"/>
                    </a:solidFill>
                  </a:tcPr>
                </a:tc>
                <a:tc>
                  <a:txBody>
                    <a:bodyPr/>
                    <a:lstStyle/>
                    <a:p>
                      <a:pPr marL="0" marR="0" lvl="0" indent="0" algn="ctr" rtl="0">
                        <a:spcBef>
                          <a:spcPts val="0"/>
                        </a:spcBef>
                        <a:spcAft>
                          <a:spcPts val="0"/>
                        </a:spcAft>
                        <a:buNone/>
                      </a:pPr>
                      <a:r>
                        <a:rPr lang="en-US" sz="2000">
                          <a:solidFill>
                            <a:schemeClr val="dk1"/>
                          </a:solidFill>
                        </a:rPr>
                        <a:t>Column Format</a:t>
                      </a:r>
                      <a:endParaRPr sz="2000">
                        <a:solidFill>
                          <a:schemeClr val="dk1"/>
                        </a:solidFill>
                        <a:latin typeface="Helvetica Neue"/>
                        <a:ea typeface="Helvetica Neue"/>
                        <a:cs typeface="Helvetica Neue"/>
                        <a:sym typeface="Helvetica Neue"/>
                      </a:endParaRPr>
                    </a:p>
                  </a:txBody>
                  <a:tcPr marL="91450" marR="91450" marT="45725" marB="45725" anchor="ctr">
                    <a:solidFill>
                      <a:schemeClr val="lt2"/>
                    </a:solidFill>
                  </a:tcPr>
                </a:tc>
                <a:extLst>
                  <a:ext uri="{0D108BD9-81ED-4DB2-BD59-A6C34878D82A}">
                    <a16:rowId xmlns:a16="http://schemas.microsoft.com/office/drawing/2014/main" val="10000"/>
                  </a:ext>
                </a:extLst>
              </a:tr>
              <a:tr h="840750">
                <a:tc>
                  <a:txBody>
                    <a:bodyPr/>
                    <a:lstStyle/>
                    <a:p>
                      <a:pPr marL="0" marR="0" lvl="0" indent="0" algn="l" rtl="0">
                        <a:lnSpc>
                          <a:spcPct val="100000"/>
                        </a:lnSpc>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Stores all columns of a row sequentially in the memory</a:t>
                      </a:r>
                      <a:endParaRPr/>
                    </a:p>
                    <a:p>
                      <a:pPr marL="0" marR="0" lvl="0" indent="0" algn="l" rtl="0">
                        <a:spcBef>
                          <a:spcPts val="0"/>
                        </a:spcBef>
                        <a:spcAft>
                          <a:spcPts val="0"/>
                        </a:spcAft>
                        <a:buNone/>
                      </a:pPr>
                      <a:endParaRPr sz="1800">
                        <a:solidFill>
                          <a:schemeClr val="dk1"/>
                        </a:solidFill>
                        <a:latin typeface="Helvetica Neue"/>
                        <a:ea typeface="Helvetica Neue"/>
                        <a:cs typeface="Helvetica Neue"/>
                        <a:sym typeface="Helvetica Neue"/>
                      </a:endParaRPr>
                    </a:p>
                  </a:txBody>
                  <a:tcPr marL="91450" marR="91450" marT="45725" marB="45725"/>
                </a:tc>
                <a:tc>
                  <a:txBody>
                    <a:bodyPr/>
                    <a:lstStyle/>
                    <a:p>
                      <a:pPr marL="0" marR="0" lvl="0" indent="0" algn="l" rtl="0">
                        <a:lnSpc>
                          <a:spcPct val="100000"/>
                        </a:lnSpc>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Stores all values of a particular column sequentially in the memory</a:t>
                      </a:r>
                      <a:endParaRPr/>
                    </a:p>
                    <a:p>
                      <a:pPr marL="0" marR="0" lvl="0" indent="0" algn="l" rtl="0">
                        <a:spcBef>
                          <a:spcPts val="0"/>
                        </a:spcBef>
                        <a:spcAft>
                          <a:spcPts val="0"/>
                        </a:spcAft>
                        <a:buNone/>
                      </a:pPr>
                      <a:endParaRPr sz="1800">
                        <a:solidFill>
                          <a:schemeClr val="dk1"/>
                        </a:solidFill>
                        <a:latin typeface="Helvetica Neue"/>
                        <a:ea typeface="Helvetica Neue"/>
                        <a:cs typeface="Helvetica Neue"/>
                        <a:sym typeface="Helvetica Neue"/>
                      </a:endParaRPr>
                    </a:p>
                  </a:txBody>
                  <a:tcPr marL="91450" marR="91450" marT="45725" marB="45725"/>
                </a:tc>
                <a:extLst>
                  <a:ext uri="{0D108BD9-81ED-4DB2-BD59-A6C34878D82A}">
                    <a16:rowId xmlns:a16="http://schemas.microsoft.com/office/drawing/2014/main" val="10001"/>
                  </a:ext>
                </a:extLst>
              </a:tr>
              <a:tr h="840750">
                <a:tc>
                  <a:txBody>
                    <a:bodyPr/>
                    <a:lstStyle/>
                    <a:p>
                      <a:pPr marL="285750" marR="0" lvl="0" indent="-285750" algn="l" rtl="0">
                        <a:lnSpc>
                          <a:spcPct val="100000"/>
                        </a:lnSpc>
                        <a:spcBef>
                          <a:spcPts val="0"/>
                        </a:spcBef>
                        <a:spcAft>
                          <a:spcPts val="0"/>
                        </a:spcAft>
                        <a:buClr>
                          <a:schemeClr val="dk1"/>
                        </a:buClr>
                        <a:buSzPts val="1800"/>
                        <a:buFont typeface="Arial"/>
                        <a:buChar char="•"/>
                      </a:pPr>
                      <a:r>
                        <a:rPr lang="en-US" sz="1800">
                          <a:solidFill>
                            <a:schemeClr val="dk1"/>
                          </a:solidFill>
                          <a:latin typeface="Helvetica Neue"/>
                          <a:ea typeface="Helvetica Neue"/>
                          <a:cs typeface="Helvetica Neue"/>
                          <a:sym typeface="Helvetica Neue"/>
                        </a:rPr>
                        <a:t>If a table is row-major, accessing its rows will be faster than accessing its columns in expectation</a:t>
                      </a:r>
                      <a:endParaRPr/>
                    </a:p>
                    <a:p>
                      <a:pPr marL="285750" marR="0" lvl="0" indent="-285750" algn="l" rtl="0">
                        <a:lnSpc>
                          <a:spcPct val="100000"/>
                        </a:lnSpc>
                        <a:spcBef>
                          <a:spcPts val="0"/>
                        </a:spcBef>
                        <a:spcAft>
                          <a:spcPts val="0"/>
                        </a:spcAft>
                        <a:buClr>
                          <a:schemeClr val="dk1"/>
                        </a:buClr>
                        <a:buSzPts val="1800"/>
                        <a:buFont typeface="Arial"/>
                        <a:buChar char="•"/>
                      </a:pPr>
                      <a:r>
                        <a:rPr lang="en-US" sz="1800">
                          <a:solidFill>
                            <a:schemeClr val="dk1"/>
                          </a:solidFill>
                          <a:latin typeface="Helvetica Neue"/>
                          <a:ea typeface="Helvetica Neue"/>
                          <a:cs typeface="Helvetica Neue"/>
                          <a:sym typeface="Helvetica Neue"/>
                        </a:rPr>
                        <a:t>For row-major formats, accessing data by rows is expected to be faster than accessing data by columns</a:t>
                      </a:r>
                      <a:endParaRPr/>
                    </a:p>
                  </a:txBody>
                  <a:tcPr marL="91450" marR="91450" marT="45725" marB="45725"/>
                </a:tc>
                <a:tc>
                  <a:txBody>
                    <a:bodyPr/>
                    <a:lstStyle/>
                    <a:p>
                      <a:pPr marL="285750" marR="0" lvl="0" indent="-285750" algn="l" rtl="0">
                        <a:lnSpc>
                          <a:spcPct val="100000"/>
                        </a:lnSpc>
                        <a:spcBef>
                          <a:spcPts val="0"/>
                        </a:spcBef>
                        <a:spcAft>
                          <a:spcPts val="0"/>
                        </a:spcAft>
                        <a:buClr>
                          <a:schemeClr val="dk1"/>
                        </a:buClr>
                        <a:buSzPts val="1800"/>
                        <a:buFont typeface="Arial"/>
                        <a:buChar char="•"/>
                      </a:pPr>
                      <a:r>
                        <a:rPr lang="en-US" sz="1800">
                          <a:solidFill>
                            <a:schemeClr val="dk1"/>
                          </a:solidFill>
                          <a:latin typeface="Helvetica Neue"/>
                          <a:ea typeface="Helvetica Neue"/>
                          <a:cs typeface="Helvetica Neue"/>
                          <a:sym typeface="Helvetica Neue"/>
                        </a:rPr>
                        <a:t>Column-major formats allow flexible column-based reads, especially if data is large with thousands, if not millions, of features</a:t>
                      </a:r>
                      <a:endParaRPr/>
                    </a:p>
                  </a:txBody>
                  <a:tcPr marL="91450" marR="91450" marT="45725" marB="45725"/>
                </a:tc>
                <a:extLst>
                  <a:ext uri="{0D108BD9-81ED-4DB2-BD59-A6C34878D82A}">
                    <a16:rowId xmlns:a16="http://schemas.microsoft.com/office/drawing/2014/main" val="10002"/>
                  </a:ext>
                </a:extLst>
              </a:tr>
              <a:tr h="840750">
                <a:tc>
                  <a:txBody>
                    <a:bodyPr/>
                    <a:lstStyle/>
                    <a:p>
                      <a:pPr marL="0" marR="0" lvl="0" indent="0" algn="l" rtl="0">
                        <a:spcBef>
                          <a:spcPts val="0"/>
                        </a:spcBef>
                        <a:spcAft>
                          <a:spcPts val="0"/>
                        </a:spcAft>
                        <a:buNone/>
                      </a:pPr>
                      <a:r>
                        <a:rPr lang="en-US" sz="1800">
                          <a:solidFill>
                            <a:schemeClr val="dk1"/>
                          </a:solidFill>
                          <a:latin typeface="Helvetica Neue"/>
                          <a:ea typeface="Helvetica Neue"/>
                          <a:cs typeface="Helvetica Neue"/>
                          <a:sym typeface="Helvetica Neue"/>
                        </a:rPr>
                        <a:t>Faster data writes</a:t>
                      </a:r>
                      <a:endParaRPr/>
                    </a:p>
                  </a:txBody>
                  <a:tcPr marL="91450" marR="91450" marT="45725" marB="45725"/>
                </a:tc>
                <a:tc>
                  <a:txBody>
                    <a:bodyPr/>
                    <a:lstStyle/>
                    <a:p>
                      <a:pPr marL="0" marR="0" lvl="0" indent="0" algn="l" rtl="0">
                        <a:spcBef>
                          <a:spcPts val="0"/>
                        </a:spcBef>
                        <a:spcAft>
                          <a:spcPts val="0"/>
                        </a:spcAft>
                        <a:buNone/>
                      </a:pPr>
                      <a:r>
                        <a:rPr lang="en-US" sz="1800">
                          <a:solidFill>
                            <a:schemeClr val="dk1"/>
                          </a:solidFill>
                          <a:latin typeface="Helvetica Neue"/>
                          <a:ea typeface="Helvetica Neue"/>
                          <a:cs typeface="Helvetica Neue"/>
                          <a:sym typeface="Helvetica Neue"/>
                        </a:rPr>
                        <a:t>Faster data reads</a:t>
                      </a:r>
                      <a:endParaRPr/>
                    </a:p>
                  </a:txBody>
                  <a:tcPr marL="91450" marR="91450" marT="45725" marB="45725"/>
                </a:tc>
                <a:extLst>
                  <a:ext uri="{0D108BD9-81ED-4DB2-BD59-A6C34878D82A}">
                    <a16:rowId xmlns:a16="http://schemas.microsoft.com/office/drawing/2014/main" val="10003"/>
                  </a:ext>
                </a:extLst>
              </a:tr>
              <a:tr h="840750">
                <a:tc>
                  <a:txBody>
                    <a:bodyPr/>
                    <a:lstStyle/>
                    <a:p>
                      <a:pPr marL="0" marR="0" lvl="0" indent="0" algn="l" rtl="0">
                        <a:spcBef>
                          <a:spcPts val="0"/>
                        </a:spcBef>
                        <a:spcAft>
                          <a:spcPts val="0"/>
                        </a:spcAft>
                        <a:buNone/>
                      </a:pPr>
                      <a:r>
                        <a:rPr lang="en-US" sz="1800">
                          <a:solidFill>
                            <a:schemeClr val="dk1"/>
                          </a:solidFill>
                          <a:latin typeface="Helvetica Neue"/>
                          <a:ea typeface="Helvetica Neue"/>
                          <a:cs typeface="Helvetica Neue"/>
                          <a:sym typeface="Helvetica Neue"/>
                        </a:rPr>
                        <a:t>Good for OLTP</a:t>
                      </a:r>
                      <a:endParaRPr/>
                    </a:p>
                  </a:txBody>
                  <a:tcPr marL="91450" marR="91450" marT="45725" marB="45725"/>
                </a:tc>
                <a:tc>
                  <a:txBody>
                    <a:bodyPr/>
                    <a:lstStyle/>
                    <a:p>
                      <a:pPr marL="0" marR="0" lvl="0" indent="0" algn="l" rtl="0">
                        <a:spcBef>
                          <a:spcPts val="0"/>
                        </a:spcBef>
                        <a:spcAft>
                          <a:spcPts val="0"/>
                        </a:spcAft>
                        <a:buNone/>
                      </a:pPr>
                      <a:r>
                        <a:rPr lang="en-US" sz="1800">
                          <a:solidFill>
                            <a:schemeClr val="dk1"/>
                          </a:solidFill>
                          <a:latin typeface="Helvetica Neue"/>
                          <a:ea typeface="Helvetica Neue"/>
                          <a:cs typeface="Helvetica Neue"/>
                          <a:sym typeface="Helvetica Neue"/>
                        </a:rPr>
                        <a:t>Good for OLAP</a:t>
                      </a:r>
                      <a:endParaRPr/>
                    </a:p>
                  </a:txBody>
                  <a:tcPr marL="91450" marR="91450" marT="45725" marB="45725"/>
                </a:tc>
                <a:extLst>
                  <a:ext uri="{0D108BD9-81ED-4DB2-BD59-A6C34878D82A}">
                    <a16:rowId xmlns:a16="http://schemas.microsoft.com/office/drawing/2014/main" val="10004"/>
                  </a:ext>
                </a:extLst>
              </a:tr>
              <a:tr h="840750">
                <a:tc>
                  <a:txBody>
                    <a:bodyPr/>
                    <a:lstStyle/>
                    <a:p>
                      <a:pPr marL="0" marR="0" lvl="0" indent="0" algn="l" rtl="0">
                        <a:spcBef>
                          <a:spcPts val="0"/>
                        </a:spcBef>
                        <a:spcAft>
                          <a:spcPts val="0"/>
                        </a:spcAft>
                        <a:buNone/>
                      </a:pPr>
                      <a:r>
                        <a:rPr lang="en-US" sz="1800">
                          <a:solidFill>
                            <a:schemeClr val="dk1"/>
                          </a:solidFill>
                          <a:latin typeface="Helvetica Neue"/>
                          <a:ea typeface="Helvetica Neue"/>
                          <a:cs typeface="Helvetica Neue"/>
                          <a:sym typeface="Helvetica Neue"/>
                        </a:rPr>
                        <a:t>Eg: </a:t>
                      </a:r>
                      <a:endParaRPr/>
                    </a:p>
                    <a:p>
                      <a:pPr marL="0" marR="0" lvl="0" indent="0" algn="l" rtl="0">
                        <a:spcBef>
                          <a:spcPts val="0"/>
                        </a:spcBef>
                        <a:spcAft>
                          <a:spcPts val="0"/>
                        </a:spcAft>
                        <a:buNone/>
                      </a:pPr>
                      <a:r>
                        <a:rPr lang="en-US" sz="1800">
                          <a:solidFill>
                            <a:schemeClr val="dk1"/>
                          </a:solidFill>
                          <a:latin typeface="Helvetica Neue"/>
                          <a:ea typeface="Helvetica Neue"/>
                          <a:cs typeface="Helvetica Neue"/>
                          <a:sym typeface="Helvetica Neue"/>
                        </a:rPr>
                        <a:t>Format  - CSV</a:t>
                      </a:r>
                      <a:endParaRPr/>
                    </a:p>
                    <a:p>
                      <a:pPr marL="0" marR="0" lvl="0" indent="0" algn="l" rtl="0">
                        <a:spcBef>
                          <a:spcPts val="0"/>
                        </a:spcBef>
                        <a:spcAft>
                          <a:spcPts val="0"/>
                        </a:spcAft>
                        <a:buNone/>
                      </a:pPr>
                      <a:r>
                        <a:rPr lang="en-US" sz="1800">
                          <a:solidFill>
                            <a:schemeClr val="dk1"/>
                          </a:solidFill>
                          <a:latin typeface="Helvetica Neue"/>
                          <a:ea typeface="Helvetica Neue"/>
                          <a:cs typeface="Helvetica Neue"/>
                          <a:sym typeface="Helvetica Neue"/>
                        </a:rPr>
                        <a:t>DB – MS SQL</a:t>
                      </a:r>
                      <a:endParaRPr/>
                    </a:p>
                  </a:txBody>
                  <a:tcPr marL="91450" marR="91450" marT="45725" marB="45725"/>
                </a:tc>
                <a:tc>
                  <a:txBody>
                    <a:bodyPr/>
                    <a:lstStyle/>
                    <a:p>
                      <a:pPr marL="0" marR="0" lvl="0" indent="0" algn="l" rtl="0">
                        <a:spcBef>
                          <a:spcPts val="0"/>
                        </a:spcBef>
                        <a:spcAft>
                          <a:spcPts val="0"/>
                        </a:spcAft>
                        <a:buNone/>
                      </a:pPr>
                      <a:r>
                        <a:rPr lang="en-US" sz="1800">
                          <a:solidFill>
                            <a:schemeClr val="dk1"/>
                          </a:solidFill>
                          <a:latin typeface="Helvetica Neue"/>
                          <a:ea typeface="Helvetica Neue"/>
                          <a:cs typeface="Helvetica Neue"/>
                          <a:sym typeface="Helvetica Neue"/>
                        </a:rPr>
                        <a:t>Eg: </a:t>
                      </a:r>
                      <a:endParaRPr/>
                    </a:p>
                    <a:p>
                      <a:pPr marL="0" marR="0" lvl="0" indent="0" algn="l" rtl="0">
                        <a:spcBef>
                          <a:spcPts val="0"/>
                        </a:spcBef>
                        <a:spcAft>
                          <a:spcPts val="0"/>
                        </a:spcAft>
                        <a:buNone/>
                      </a:pPr>
                      <a:r>
                        <a:rPr lang="en-US" sz="1800">
                          <a:solidFill>
                            <a:schemeClr val="dk1"/>
                          </a:solidFill>
                          <a:latin typeface="Helvetica Neue"/>
                          <a:ea typeface="Helvetica Neue"/>
                          <a:cs typeface="Helvetica Neue"/>
                          <a:sym typeface="Helvetica Neue"/>
                        </a:rPr>
                        <a:t>Format  -  Parquet</a:t>
                      </a:r>
                      <a:endParaRPr/>
                    </a:p>
                    <a:p>
                      <a:pPr marL="0" marR="0" lvl="0" indent="0" algn="l" rtl="0">
                        <a:spcBef>
                          <a:spcPts val="0"/>
                        </a:spcBef>
                        <a:spcAft>
                          <a:spcPts val="0"/>
                        </a:spcAft>
                        <a:buNone/>
                      </a:pPr>
                      <a:r>
                        <a:rPr lang="en-US" sz="1800">
                          <a:solidFill>
                            <a:schemeClr val="dk1"/>
                          </a:solidFill>
                          <a:latin typeface="Helvetica Neue"/>
                          <a:ea typeface="Helvetica Neue"/>
                          <a:cs typeface="Helvetica Neue"/>
                          <a:sym typeface="Helvetica Neue"/>
                        </a:rPr>
                        <a:t>DB – Amazon Redshift</a:t>
                      </a:r>
                      <a:endParaRPr/>
                    </a:p>
                  </a:txBody>
                  <a:tcPr marL="91450" marR="91450" marT="45725" marB="45725"/>
                </a:tc>
                <a:extLst>
                  <a:ext uri="{0D108BD9-81ED-4DB2-BD59-A6C34878D82A}">
                    <a16:rowId xmlns:a16="http://schemas.microsoft.com/office/drawing/2014/main" val="10005"/>
                  </a:ext>
                </a:extLst>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63"/>
        <p:cNvGrpSpPr/>
        <p:nvPr/>
      </p:nvGrpSpPr>
      <p:grpSpPr>
        <a:xfrm>
          <a:off x="0" y="0"/>
          <a:ext cx="0" cy="0"/>
          <a:chOff x="0" y="0"/>
          <a:chExt cx="0" cy="0"/>
        </a:xfrm>
      </p:grpSpPr>
      <p:sp>
        <p:nvSpPr>
          <p:cNvPr id="364" name="Google Shape;364;p3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p>
            <a:pPr marL="0" lvl="0" indent="0" algn="r" rtl="0">
              <a:lnSpc>
                <a:spcPct val="90000"/>
              </a:lnSpc>
              <a:spcBef>
                <a:spcPts val="0"/>
              </a:spcBef>
              <a:spcAft>
                <a:spcPts val="0"/>
              </a:spcAft>
              <a:buClr>
                <a:srgbClr val="150860"/>
              </a:buClr>
              <a:buSzPts val="5400"/>
              <a:buFont typeface="Helvetica Neue"/>
              <a:buNone/>
            </a:pPr>
            <a:r>
              <a:rPr lang="en-US"/>
              <a:t>Data Serialization</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68"/>
        <p:cNvGrpSpPr/>
        <p:nvPr/>
      </p:nvGrpSpPr>
      <p:grpSpPr>
        <a:xfrm>
          <a:off x="0" y="0"/>
          <a:ext cx="0" cy="0"/>
          <a:chOff x="0" y="0"/>
          <a:chExt cx="0" cy="0"/>
        </a:xfrm>
      </p:grpSpPr>
      <p:sp>
        <p:nvSpPr>
          <p:cNvPr id="369" name="Google Shape;369;p35"/>
          <p:cNvSpPr txBox="1">
            <a:spLocks noGrp="1"/>
          </p:cNvSpPr>
          <p:nvPr>
            <p:ph type="title"/>
          </p:nvPr>
        </p:nvSpPr>
        <p:spPr>
          <a:xfrm>
            <a:off x="349624" y="162947"/>
            <a:ext cx="9321800" cy="76436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3200"/>
              <a:buFont typeface="Helvetica Neue"/>
              <a:buNone/>
            </a:pPr>
            <a:r>
              <a:rPr lang="en-US" dirty="0">
                <a:latin typeface="Helvetica Neue"/>
                <a:ea typeface="Helvetica Neue"/>
                <a:cs typeface="Helvetica Neue"/>
                <a:sym typeface="Helvetica Neue"/>
              </a:rPr>
              <a:t>What and Why?</a:t>
            </a:r>
            <a:endParaRPr dirty="0"/>
          </a:p>
        </p:txBody>
      </p:sp>
      <p:sp>
        <p:nvSpPr>
          <p:cNvPr id="370" name="Google Shape;370;p35"/>
          <p:cNvSpPr txBox="1"/>
          <p:nvPr/>
        </p:nvSpPr>
        <p:spPr>
          <a:xfrm>
            <a:off x="304800" y="1143000"/>
            <a:ext cx="5943600" cy="2123618"/>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200" b="1" dirty="0">
                <a:solidFill>
                  <a:schemeClr val="dk1"/>
                </a:solidFill>
                <a:latin typeface="Helvetica Neue"/>
                <a:ea typeface="Helvetica Neue"/>
                <a:cs typeface="Helvetica Neue"/>
                <a:sym typeface="Helvetica Neue"/>
              </a:rPr>
              <a:t>What?</a:t>
            </a:r>
            <a:endParaRPr sz="2200" dirty="0"/>
          </a:p>
          <a:p>
            <a:pPr marL="285750" marR="0" lvl="0" indent="-285750" algn="just" rtl="0">
              <a:spcBef>
                <a:spcPts val="0"/>
              </a:spcBef>
              <a:spcAft>
                <a:spcPts val="0"/>
              </a:spcAft>
              <a:buClr>
                <a:schemeClr val="dk1"/>
              </a:buClr>
              <a:buSzPts val="1800"/>
              <a:buFont typeface="Noto Sans Symbols"/>
              <a:buChar char="⮚"/>
            </a:pPr>
            <a:r>
              <a:rPr lang="en-US" sz="2200" dirty="0">
                <a:solidFill>
                  <a:schemeClr val="dk1"/>
                </a:solidFill>
                <a:latin typeface="Helvetica Neue"/>
                <a:ea typeface="Helvetica Neue"/>
                <a:cs typeface="Helvetica Neue"/>
                <a:sym typeface="Helvetica Neue"/>
              </a:rPr>
              <a:t>In Simple terms – it is converting of one data from one form to other</a:t>
            </a:r>
          </a:p>
          <a:p>
            <a:pPr marL="285750" marR="0" lvl="0" indent="-285750" algn="just" rtl="0">
              <a:spcBef>
                <a:spcPts val="0"/>
              </a:spcBef>
              <a:spcAft>
                <a:spcPts val="0"/>
              </a:spcAft>
              <a:buClr>
                <a:schemeClr val="dk1"/>
              </a:buClr>
              <a:buSzPts val="1800"/>
              <a:buFont typeface="Noto Sans Symbols"/>
              <a:buChar char="⮚"/>
            </a:pPr>
            <a:endParaRPr sz="2200" dirty="0"/>
          </a:p>
          <a:p>
            <a:pPr marL="285750" marR="0" lvl="0" indent="-285750" algn="just" rtl="0">
              <a:spcBef>
                <a:spcPts val="0"/>
              </a:spcBef>
              <a:spcAft>
                <a:spcPts val="0"/>
              </a:spcAft>
              <a:buClr>
                <a:schemeClr val="dk1"/>
              </a:buClr>
              <a:buSzPts val="1800"/>
              <a:buFont typeface="Noto Sans Symbols"/>
              <a:buChar char="⮚"/>
            </a:pPr>
            <a:r>
              <a:rPr lang="en-US" sz="2200" dirty="0">
                <a:solidFill>
                  <a:schemeClr val="dk1"/>
                </a:solidFill>
                <a:latin typeface="Helvetica Neue"/>
                <a:ea typeface="Helvetica Neue"/>
                <a:cs typeface="Helvetica Neue"/>
                <a:sym typeface="Helvetica Neue"/>
              </a:rPr>
              <a:t>Example converting from text to binary format</a:t>
            </a:r>
            <a:endParaRPr sz="2200" dirty="0"/>
          </a:p>
        </p:txBody>
      </p:sp>
      <p:pic>
        <p:nvPicPr>
          <p:cNvPr id="371" name="Google Shape;371;p35" descr="binary serialization stream ..."/>
          <p:cNvPicPr preferRelativeResize="0"/>
          <p:nvPr/>
        </p:nvPicPr>
        <p:blipFill rotWithShape="1">
          <a:blip r:embed="rId3">
            <a:alphaModFix/>
          </a:blip>
          <a:srcRect/>
          <a:stretch/>
        </p:blipFill>
        <p:spPr>
          <a:xfrm>
            <a:off x="6387353" y="1173532"/>
            <a:ext cx="5782235" cy="2251744"/>
          </a:xfrm>
          <a:prstGeom prst="rect">
            <a:avLst/>
          </a:prstGeom>
          <a:noFill/>
          <a:ln>
            <a:noFill/>
          </a:ln>
        </p:spPr>
      </p:pic>
      <p:sp>
        <p:nvSpPr>
          <p:cNvPr id="372" name="Google Shape;372;p35"/>
          <p:cNvSpPr txBox="1"/>
          <p:nvPr/>
        </p:nvSpPr>
        <p:spPr>
          <a:xfrm>
            <a:off x="349624" y="3619329"/>
            <a:ext cx="5943600" cy="246217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200" b="1" dirty="0">
                <a:solidFill>
                  <a:schemeClr val="dk1"/>
                </a:solidFill>
                <a:latin typeface="Helvetica Neue"/>
                <a:ea typeface="Helvetica Neue"/>
                <a:cs typeface="Helvetica Neue"/>
                <a:sym typeface="Helvetica Neue"/>
              </a:rPr>
              <a:t>Why?</a:t>
            </a:r>
          </a:p>
          <a:p>
            <a:pPr marL="0" marR="0" lvl="0" indent="0" algn="l" rtl="0">
              <a:spcBef>
                <a:spcPts val="0"/>
              </a:spcBef>
              <a:spcAft>
                <a:spcPts val="0"/>
              </a:spcAft>
              <a:buNone/>
            </a:pPr>
            <a:endParaRPr sz="2200" dirty="0"/>
          </a:p>
          <a:p>
            <a:pPr marL="285750" marR="0" lvl="0" indent="-285750" algn="l" rtl="0">
              <a:spcBef>
                <a:spcPts val="0"/>
              </a:spcBef>
              <a:spcAft>
                <a:spcPts val="0"/>
              </a:spcAft>
              <a:buClr>
                <a:schemeClr val="dk1"/>
              </a:buClr>
              <a:buSzPts val="1800"/>
              <a:buFont typeface="Noto Sans Symbols"/>
              <a:buChar char="⮚"/>
            </a:pPr>
            <a:r>
              <a:rPr lang="en-US" sz="2200" dirty="0">
                <a:solidFill>
                  <a:schemeClr val="dk1"/>
                </a:solidFill>
                <a:latin typeface="Helvetica Neue"/>
                <a:ea typeface="Helvetica Neue"/>
                <a:cs typeface="Helvetica Neue"/>
                <a:sym typeface="Helvetica Neue"/>
              </a:rPr>
              <a:t>To easily</a:t>
            </a:r>
          </a:p>
          <a:p>
            <a:pPr marL="285750" marR="0" lvl="0" indent="-285750" algn="l" rtl="0">
              <a:spcBef>
                <a:spcPts val="0"/>
              </a:spcBef>
              <a:spcAft>
                <a:spcPts val="0"/>
              </a:spcAft>
              <a:buClr>
                <a:schemeClr val="dk1"/>
              </a:buClr>
              <a:buSzPts val="1800"/>
              <a:buFont typeface="Noto Sans Symbols"/>
              <a:buChar char="⮚"/>
            </a:pPr>
            <a:endParaRPr sz="2200" dirty="0"/>
          </a:p>
          <a:p>
            <a:pPr marL="742950" marR="0" lvl="1" indent="-285750" algn="l" rtl="0">
              <a:spcBef>
                <a:spcPts val="0"/>
              </a:spcBef>
              <a:spcAft>
                <a:spcPts val="0"/>
              </a:spcAft>
              <a:buClr>
                <a:schemeClr val="dk1"/>
              </a:buClr>
              <a:buSzPts val="1800"/>
              <a:buFont typeface="Noto Sans Symbols"/>
              <a:buChar char="⮚"/>
            </a:pPr>
            <a:r>
              <a:rPr lang="en-US" sz="2200" b="0" i="0" u="none" strike="noStrike" cap="none" dirty="0">
                <a:solidFill>
                  <a:schemeClr val="dk1"/>
                </a:solidFill>
                <a:latin typeface="Helvetica Neue"/>
                <a:ea typeface="Helvetica Neue"/>
                <a:cs typeface="Helvetica Neue"/>
                <a:sym typeface="Helvetica Neue"/>
              </a:rPr>
              <a:t>Store – size constraints</a:t>
            </a:r>
          </a:p>
          <a:p>
            <a:pPr marL="742950" marR="0" lvl="1" indent="-285750" algn="l" rtl="0">
              <a:spcBef>
                <a:spcPts val="0"/>
              </a:spcBef>
              <a:spcAft>
                <a:spcPts val="0"/>
              </a:spcAft>
              <a:buClr>
                <a:schemeClr val="dk1"/>
              </a:buClr>
              <a:buSzPts val="1800"/>
              <a:buFont typeface="Noto Sans Symbols"/>
              <a:buChar char="⮚"/>
            </a:pPr>
            <a:endParaRPr sz="2200" dirty="0"/>
          </a:p>
          <a:p>
            <a:pPr marL="742950" marR="0" lvl="1" indent="-285750" algn="l" rtl="0">
              <a:spcBef>
                <a:spcPts val="0"/>
              </a:spcBef>
              <a:spcAft>
                <a:spcPts val="0"/>
              </a:spcAft>
              <a:buClr>
                <a:schemeClr val="dk1"/>
              </a:buClr>
              <a:buSzPts val="1800"/>
              <a:buFont typeface="Noto Sans Symbols"/>
              <a:buChar char="⮚"/>
            </a:pPr>
            <a:r>
              <a:rPr lang="en-US" sz="2200" b="0" i="0" u="none" strike="noStrike" cap="none" dirty="0">
                <a:solidFill>
                  <a:schemeClr val="dk1"/>
                </a:solidFill>
                <a:latin typeface="Helvetica Neue"/>
                <a:ea typeface="Helvetica Neue"/>
                <a:cs typeface="Helvetica Neue"/>
                <a:sym typeface="Helvetica Neue"/>
              </a:rPr>
              <a:t>Transfer – bandwidth constraints</a:t>
            </a:r>
            <a:endParaRPr sz="2200" dirty="0"/>
          </a:p>
        </p:txBody>
      </p:sp>
      <p:sp>
        <p:nvSpPr>
          <p:cNvPr id="373" name="Google Shape;373;p35"/>
          <p:cNvSpPr txBox="1"/>
          <p:nvPr/>
        </p:nvSpPr>
        <p:spPr>
          <a:xfrm>
            <a:off x="6248400" y="3865550"/>
            <a:ext cx="5782235" cy="1969730"/>
          </a:xfrm>
          <a:prstGeom prst="rect">
            <a:avLst/>
          </a:prstGeom>
          <a:noFill/>
          <a:ln>
            <a:noFill/>
          </a:ln>
        </p:spPr>
        <p:txBody>
          <a:bodyPr spcFirstLastPara="1" wrap="square" lIns="91425" tIns="45700" rIns="91425" bIns="45700" anchor="t" anchorCtr="0">
            <a:spAutoFit/>
          </a:bodyPr>
          <a:lstStyle/>
          <a:p>
            <a:pPr marL="0" marR="0" lvl="0" indent="0" algn="l" rtl="0">
              <a:lnSpc>
                <a:spcPct val="200000"/>
              </a:lnSpc>
              <a:spcBef>
                <a:spcPts val="0"/>
              </a:spcBef>
              <a:spcAft>
                <a:spcPts val="0"/>
              </a:spcAft>
              <a:buNone/>
            </a:pPr>
            <a:r>
              <a:rPr lang="en-US" sz="1800" b="1" dirty="0">
                <a:solidFill>
                  <a:schemeClr val="dk1"/>
                </a:solidFill>
                <a:latin typeface="Helvetica Neue"/>
                <a:ea typeface="Helvetica Neue"/>
                <a:cs typeface="Helvetica Neue"/>
                <a:sym typeface="Helvetica Neue"/>
              </a:rPr>
              <a:t>Points to Remember</a:t>
            </a:r>
            <a:endParaRPr dirty="0"/>
          </a:p>
          <a:p>
            <a:pPr marL="285750" marR="0" lvl="0" indent="-285750" algn="l" rtl="0">
              <a:spcBef>
                <a:spcPts val="0"/>
              </a:spcBef>
              <a:spcAft>
                <a:spcPts val="0"/>
              </a:spcAft>
              <a:buClr>
                <a:schemeClr val="dk1"/>
              </a:buClr>
              <a:buSzPts val="1800"/>
              <a:buFont typeface="Noto Sans Symbols"/>
              <a:buChar char="⮚"/>
            </a:pPr>
            <a:r>
              <a:rPr lang="en-US" sz="1800" dirty="0">
                <a:solidFill>
                  <a:schemeClr val="dk1"/>
                </a:solidFill>
                <a:latin typeface="Helvetica Neue"/>
                <a:ea typeface="Helvetica Neue"/>
                <a:cs typeface="Helvetica Neue"/>
                <a:sym typeface="Helvetica Neue"/>
              </a:rPr>
              <a:t>Both serialization &amp; deserialization should use same algorithm</a:t>
            </a:r>
          </a:p>
          <a:p>
            <a:pPr marL="285750" marR="0" lvl="0" indent="-285750" algn="l" rtl="0">
              <a:spcBef>
                <a:spcPts val="0"/>
              </a:spcBef>
              <a:spcAft>
                <a:spcPts val="0"/>
              </a:spcAft>
              <a:buClr>
                <a:schemeClr val="dk1"/>
              </a:buClr>
              <a:buSzPts val="1800"/>
              <a:buFont typeface="Noto Sans Symbols"/>
              <a:buChar char="⮚"/>
            </a:pPr>
            <a:endParaRPr dirty="0"/>
          </a:p>
          <a:p>
            <a:pPr marL="285750" marR="0" lvl="0" indent="-285750" algn="l" rtl="0">
              <a:spcBef>
                <a:spcPts val="0"/>
              </a:spcBef>
              <a:spcAft>
                <a:spcPts val="0"/>
              </a:spcAft>
              <a:buClr>
                <a:schemeClr val="dk1"/>
              </a:buClr>
              <a:buSzPts val="1800"/>
              <a:buFont typeface="Noto Sans Symbols"/>
              <a:buChar char="⮚"/>
            </a:pPr>
            <a:r>
              <a:rPr lang="en-US" sz="1800" dirty="0">
                <a:solidFill>
                  <a:schemeClr val="dk1"/>
                </a:solidFill>
                <a:latin typeface="Helvetica Neue"/>
                <a:ea typeface="Helvetica Neue"/>
                <a:cs typeface="Helvetica Neue"/>
                <a:sym typeface="Helvetica Neue"/>
              </a:rPr>
              <a:t>Care should be taken if different programming languages or technologies used during the process</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7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7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73">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73">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7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p:sp>
        <p:nvSpPr>
          <p:cNvPr id="378" name="Google Shape;378;p36"/>
          <p:cNvSpPr/>
          <p:nvPr/>
        </p:nvSpPr>
        <p:spPr>
          <a:xfrm>
            <a:off x="6679826" y="1002865"/>
            <a:ext cx="4648200" cy="3352800"/>
          </a:xfrm>
          <a:prstGeom prst="rect">
            <a:avLst/>
          </a:prstGeom>
          <a:solidFill>
            <a:schemeClr val="lt1"/>
          </a:solidFill>
          <a:ln w="12700" cap="flat" cmpd="sng">
            <a:solidFill>
              <a:schemeClr val="accent3"/>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800">
                <a:solidFill>
                  <a:schemeClr val="dk1"/>
                </a:solidFill>
                <a:latin typeface="Calibri"/>
                <a:ea typeface="Calibri"/>
                <a:cs typeface="Calibri"/>
                <a:sym typeface="Calibri"/>
              </a:rPr>
              <a:t>Destination System</a:t>
            </a:r>
            <a:endParaRPr/>
          </a:p>
        </p:txBody>
      </p:sp>
      <p:sp>
        <p:nvSpPr>
          <p:cNvPr id="379" name="Google Shape;379;p36"/>
          <p:cNvSpPr/>
          <p:nvPr/>
        </p:nvSpPr>
        <p:spPr>
          <a:xfrm>
            <a:off x="228600" y="1066800"/>
            <a:ext cx="4648200" cy="3352800"/>
          </a:xfrm>
          <a:prstGeom prst="rect">
            <a:avLst/>
          </a:prstGeom>
          <a:solidFill>
            <a:schemeClr val="lt1"/>
          </a:solidFill>
          <a:ln w="12700" cap="flat" cmpd="sng">
            <a:solidFill>
              <a:schemeClr val="accent3"/>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800">
                <a:solidFill>
                  <a:schemeClr val="dk1"/>
                </a:solidFill>
                <a:latin typeface="Calibri"/>
                <a:ea typeface="Calibri"/>
                <a:cs typeface="Calibri"/>
                <a:sym typeface="Calibri"/>
              </a:rPr>
              <a:t>Source System</a:t>
            </a:r>
            <a:endParaRPr/>
          </a:p>
        </p:txBody>
      </p:sp>
      <p:sp>
        <p:nvSpPr>
          <p:cNvPr id="380" name="Google Shape;380;p36"/>
          <p:cNvSpPr txBox="1">
            <a:spLocks noGrp="1"/>
          </p:cNvSpPr>
          <p:nvPr>
            <p:ph type="title"/>
          </p:nvPr>
        </p:nvSpPr>
        <p:spPr>
          <a:xfrm>
            <a:off x="838200" y="160569"/>
            <a:ext cx="9321800" cy="76436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3200"/>
              <a:buFont typeface="Helvetica Neue"/>
              <a:buNone/>
            </a:pPr>
            <a:r>
              <a:rPr lang="en-US">
                <a:latin typeface="Helvetica Neue"/>
                <a:ea typeface="Helvetica Neue"/>
                <a:cs typeface="Helvetica Neue"/>
                <a:sym typeface="Helvetica Neue"/>
              </a:rPr>
              <a:t>Process</a:t>
            </a:r>
            <a:endParaRPr/>
          </a:p>
        </p:txBody>
      </p:sp>
      <p:sp>
        <p:nvSpPr>
          <p:cNvPr id="381" name="Google Shape;381;p36"/>
          <p:cNvSpPr/>
          <p:nvPr/>
        </p:nvSpPr>
        <p:spPr>
          <a:xfrm>
            <a:off x="609600" y="1371600"/>
            <a:ext cx="2819400" cy="764364"/>
          </a:xfrm>
          <a:prstGeom prst="rect">
            <a:avLst/>
          </a:prstGeom>
          <a:solidFill>
            <a:schemeClr val="lt1"/>
          </a:solidFill>
          <a:ln w="127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Calibri"/>
                <a:ea typeface="Calibri"/>
                <a:cs typeface="Calibri"/>
                <a:sym typeface="Calibri"/>
              </a:rPr>
              <a:t>Data Producer</a:t>
            </a:r>
            <a:endParaRPr/>
          </a:p>
        </p:txBody>
      </p:sp>
      <p:sp>
        <p:nvSpPr>
          <p:cNvPr id="382" name="Google Shape;382;p36"/>
          <p:cNvSpPr/>
          <p:nvPr/>
        </p:nvSpPr>
        <p:spPr>
          <a:xfrm>
            <a:off x="8077200" y="1344706"/>
            <a:ext cx="2819400" cy="764364"/>
          </a:xfrm>
          <a:prstGeom prst="rect">
            <a:avLst/>
          </a:prstGeom>
          <a:solidFill>
            <a:schemeClr val="lt1"/>
          </a:solidFill>
          <a:ln w="127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Calibri"/>
                <a:ea typeface="Calibri"/>
                <a:cs typeface="Calibri"/>
                <a:sym typeface="Calibri"/>
              </a:rPr>
              <a:t>Data Consumer</a:t>
            </a:r>
            <a:endParaRPr/>
          </a:p>
        </p:txBody>
      </p:sp>
      <p:sp>
        <p:nvSpPr>
          <p:cNvPr id="383" name="Google Shape;383;p36"/>
          <p:cNvSpPr/>
          <p:nvPr/>
        </p:nvSpPr>
        <p:spPr>
          <a:xfrm>
            <a:off x="1376082" y="3046818"/>
            <a:ext cx="2819400" cy="764364"/>
          </a:xfrm>
          <a:prstGeom prst="rect">
            <a:avLst/>
          </a:prstGeom>
          <a:solidFill>
            <a:schemeClr val="lt1"/>
          </a:solidFill>
          <a:ln w="127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Calibri"/>
                <a:ea typeface="Calibri"/>
                <a:cs typeface="Calibri"/>
                <a:sym typeface="Calibri"/>
              </a:rPr>
              <a:t>Serializer</a:t>
            </a:r>
            <a:endParaRPr/>
          </a:p>
        </p:txBody>
      </p:sp>
      <p:sp>
        <p:nvSpPr>
          <p:cNvPr id="384" name="Google Shape;384;p36"/>
          <p:cNvSpPr/>
          <p:nvPr/>
        </p:nvSpPr>
        <p:spPr>
          <a:xfrm>
            <a:off x="6858000" y="3084409"/>
            <a:ext cx="2819400" cy="764364"/>
          </a:xfrm>
          <a:prstGeom prst="rect">
            <a:avLst/>
          </a:prstGeom>
          <a:solidFill>
            <a:schemeClr val="lt1"/>
          </a:solidFill>
          <a:ln w="127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Calibri"/>
                <a:ea typeface="Calibri"/>
                <a:cs typeface="Calibri"/>
                <a:sym typeface="Calibri"/>
              </a:rPr>
              <a:t>De-Serializer</a:t>
            </a:r>
            <a:endParaRPr/>
          </a:p>
        </p:txBody>
      </p:sp>
      <p:sp>
        <p:nvSpPr>
          <p:cNvPr id="385" name="Google Shape;385;p36"/>
          <p:cNvSpPr/>
          <p:nvPr/>
        </p:nvSpPr>
        <p:spPr>
          <a:xfrm>
            <a:off x="4038600" y="5550885"/>
            <a:ext cx="2819400" cy="764364"/>
          </a:xfrm>
          <a:prstGeom prst="rect">
            <a:avLst/>
          </a:prstGeom>
          <a:solidFill>
            <a:schemeClr val="lt1"/>
          </a:solidFill>
          <a:ln w="127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Calibri"/>
                <a:ea typeface="Calibri"/>
                <a:cs typeface="Calibri"/>
                <a:sym typeface="Calibri"/>
              </a:rPr>
              <a:t>Transfer</a:t>
            </a:r>
            <a:endParaRPr/>
          </a:p>
        </p:txBody>
      </p:sp>
      <p:cxnSp>
        <p:nvCxnSpPr>
          <p:cNvPr id="386" name="Google Shape;386;p36"/>
          <p:cNvCxnSpPr>
            <a:stCxn id="381" idx="2"/>
            <a:endCxn id="383" idx="0"/>
          </p:cNvCxnSpPr>
          <p:nvPr/>
        </p:nvCxnSpPr>
        <p:spPr>
          <a:xfrm>
            <a:off x="2019300" y="2135964"/>
            <a:ext cx="766500" cy="910800"/>
          </a:xfrm>
          <a:prstGeom prst="straightConnector1">
            <a:avLst/>
          </a:prstGeom>
          <a:noFill/>
          <a:ln w="41275" cap="flat" cmpd="sng">
            <a:solidFill>
              <a:srgbClr val="1E2F64"/>
            </a:solidFill>
            <a:prstDash val="solid"/>
            <a:round/>
            <a:headEnd type="none" w="sm" len="sm"/>
            <a:tailEnd type="stealth" w="med" len="med"/>
          </a:ln>
        </p:spPr>
      </p:cxnSp>
      <p:cxnSp>
        <p:nvCxnSpPr>
          <p:cNvPr id="387" name="Google Shape;387;p36"/>
          <p:cNvCxnSpPr>
            <a:stCxn id="383" idx="2"/>
            <a:endCxn id="385" idx="0"/>
          </p:cNvCxnSpPr>
          <p:nvPr/>
        </p:nvCxnSpPr>
        <p:spPr>
          <a:xfrm>
            <a:off x="2785782" y="3811182"/>
            <a:ext cx="2662500" cy="1739700"/>
          </a:xfrm>
          <a:prstGeom prst="straightConnector1">
            <a:avLst/>
          </a:prstGeom>
          <a:noFill/>
          <a:ln w="41275" cap="flat" cmpd="sng">
            <a:solidFill>
              <a:srgbClr val="1E2F64"/>
            </a:solidFill>
            <a:prstDash val="solid"/>
            <a:round/>
            <a:headEnd type="none" w="sm" len="sm"/>
            <a:tailEnd type="stealth" w="med" len="med"/>
          </a:ln>
        </p:spPr>
      </p:cxnSp>
      <p:cxnSp>
        <p:nvCxnSpPr>
          <p:cNvPr id="388" name="Google Shape;388;p36"/>
          <p:cNvCxnSpPr>
            <a:stCxn id="385" idx="0"/>
            <a:endCxn id="384" idx="2"/>
          </p:cNvCxnSpPr>
          <p:nvPr/>
        </p:nvCxnSpPr>
        <p:spPr>
          <a:xfrm rot="10800000" flipH="1">
            <a:off x="5448300" y="3848685"/>
            <a:ext cx="2819400" cy="1702200"/>
          </a:xfrm>
          <a:prstGeom prst="straightConnector1">
            <a:avLst/>
          </a:prstGeom>
          <a:noFill/>
          <a:ln w="41275" cap="flat" cmpd="sng">
            <a:solidFill>
              <a:srgbClr val="1E2F64"/>
            </a:solidFill>
            <a:prstDash val="solid"/>
            <a:round/>
            <a:headEnd type="none" w="sm" len="sm"/>
            <a:tailEnd type="stealth" w="med" len="med"/>
          </a:ln>
        </p:spPr>
      </p:cxnSp>
      <p:cxnSp>
        <p:nvCxnSpPr>
          <p:cNvPr id="389" name="Google Shape;389;p36"/>
          <p:cNvCxnSpPr>
            <a:stCxn id="384" idx="0"/>
            <a:endCxn id="382" idx="2"/>
          </p:cNvCxnSpPr>
          <p:nvPr/>
        </p:nvCxnSpPr>
        <p:spPr>
          <a:xfrm rot="10800000" flipH="1">
            <a:off x="8267700" y="2109109"/>
            <a:ext cx="1219200" cy="975300"/>
          </a:xfrm>
          <a:prstGeom prst="straightConnector1">
            <a:avLst/>
          </a:prstGeom>
          <a:noFill/>
          <a:ln w="41275" cap="flat" cmpd="sng">
            <a:solidFill>
              <a:srgbClr val="1E2F64"/>
            </a:solidFill>
            <a:prstDash val="solid"/>
            <a:round/>
            <a:headEnd type="none" w="sm" len="sm"/>
            <a:tailEnd type="stealth" w="med" len="med"/>
          </a:ln>
        </p:spPr>
      </p:cxnSp>
      <p:sp>
        <p:nvSpPr>
          <p:cNvPr id="390" name="Google Shape;390;p36"/>
          <p:cNvSpPr txBox="1"/>
          <p:nvPr/>
        </p:nvSpPr>
        <p:spPr>
          <a:xfrm>
            <a:off x="1376082" y="2362200"/>
            <a:ext cx="2357718"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Calibri"/>
                <a:ea typeface="Calibri"/>
                <a:cs typeface="Calibri"/>
                <a:sym typeface="Calibri"/>
              </a:rPr>
              <a:t>Data in original format</a:t>
            </a:r>
            <a:endParaRPr/>
          </a:p>
        </p:txBody>
      </p:sp>
      <p:sp>
        <p:nvSpPr>
          <p:cNvPr id="391" name="Google Shape;391;p36"/>
          <p:cNvSpPr txBox="1"/>
          <p:nvPr/>
        </p:nvSpPr>
        <p:spPr>
          <a:xfrm>
            <a:off x="7855323" y="2434485"/>
            <a:ext cx="2357718"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Calibri"/>
                <a:ea typeface="Calibri"/>
                <a:cs typeface="Calibri"/>
                <a:sym typeface="Calibri"/>
              </a:rPr>
              <a:t>Data in original format</a:t>
            </a:r>
            <a:endParaRPr/>
          </a:p>
        </p:txBody>
      </p:sp>
      <p:sp>
        <p:nvSpPr>
          <p:cNvPr id="392" name="Google Shape;392;p36"/>
          <p:cNvSpPr txBox="1"/>
          <p:nvPr/>
        </p:nvSpPr>
        <p:spPr>
          <a:xfrm>
            <a:off x="3090582" y="4601855"/>
            <a:ext cx="2357718"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Calibri"/>
                <a:ea typeface="Calibri"/>
                <a:cs typeface="Calibri"/>
                <a:sym typeface="Calibri"/>
              </a:rPr>
              <a:t>Serialized Data</a:t>
            </a:r>
            <a:endParaRPr/>
          </a:p>
        </p:txBody>
      </p:sp>
      <p:sp>
        <p:nvSpPr>
          <p:cNvPr id="393" name="Google Shape;393;p36"/>
          <p:cNvSpPr txBox="1"/>
          <p:nvPr/>
        </p:nvSpPr>
        <p:spPr>
          <a:xfrm>
            <a:off x="5753100" y="4577591"/>
            <a:ext cx="2357718"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Calibri"/>
                <a:ea typeface="Calibri"/>
                <a:cs typeface="Calibri"/>
                <a:sym typeface="Calibri"/>
              </a:rPr>
              <a:t>Serialized Data</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8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8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8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9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8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8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91"/>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8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92"/>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8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88"/>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97"/>
        <p:cNvGrpSpPr/>
        <p:nvPr/>
      </p:nvGrpSpPr>
      <p:grpSpPr>
        <a:xfrm>
          <a:off x="0" y="0"/>
          <a:ext cx="0" cy="0"/>
          <a:chOff x="0" y="0"/>
          <a:chExt cx="0" cy="0"/>
        </a:xfrm>
      </p:grpSpPr>
      <p:sp>
        <p:nvSpPr>
          <p:cNvPr id="398" name="Google Shape;398;p37"/>
          <p:cNvSpPr txBox="1">
            <a:spLocks noGrp="1"/>
          </p:cNvSpPr>
          <p:nvPr>
            <p:ph type="title"/>
          </p:nvPr>
        </p:nvSpPr>
        <p:spPr>
          <a:xfrm>
            <a:off x="838200" y="160569"/>
            <a:ext cx="9321800" cy="76436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3200"/>
              <a:buFont typeface="Helvetica Neue"/>
              <a:buNone/>
            </a:pPr>
            <a:r>
              <a:rPr lang="en-US"/>
              <a:t>Serialization Formats</a:t>
            </a:r>
            <a:endParaRPr/>
          </a:p>
        </p:txBody>
      </p:sp>
      <p:grpSp>
        <p:nvGrpSpPr>
          <p:cNvPr id="399" name="Google Shape;399;p37"/>
          <p:cNvGrpSpPr/>
          <p:nvPr/>
        </p:nvGrpSpPr>
        <p:grpSpPr>
          <a:xfrm>
            <a:off x="10748" y="924933"/>
            <a:ext cx="4494016" cy="5650247"/>
            <a:chOff x="1783" y="0"/>
            <a:chExt cx="4494016" cy="5650247"/>
          </a:xfrm>
        </p:grpSpPr>
        <p:sp>
          <p:nvSpPr>
            <p:cNvPr id="400" name="Google Shape;400;p37"/>
            <p:cNvSpPr/>
            <p:nvPr/>
          </p:nvSpPr>
          <p:spPr>
            <a:xfrm>
              <a:off x="2908522" y="3738451"/>
              <a:ext cx="206708" cy="1710307"/>
            </a:xfrm>
            <a:custGeom>
              <a:avLst/>
              <a:gdLst/>
              <a:ahLst/>
              <a:cxnLst/>
              <a:rect l="l" t="t" r="r" b="b"/>
              <a:pathLst>
                <a:path w="120000" h="120000" extrusionOk="0">
                  <a:moveTo>
                    <a:pt x="0" y="0"/>
                  </a:moveTo>
                  <a:lnTo>
                    <a:pt x="43298" y="0"/>
                  </a:lnTo>
                  <a:lnTo>
                    <a:pt x="43298" y="120000"/>
                  </a:lnTo>
                  <a:lnTo>
                    <a:pt x="120000" y="120000"/>
                  </a:lnTo>
                </a:path>
              </a:pathLst>
            </a:custGeom>
            <a:noFill/>
            <a:ln w="12700" cap="flat" cmpd="sng">
              <a:solidFill>
                <a:srgbClr val="599BD5"/>
              </a:solidFill>
              <a:prstDash val="solid"/>
              <a:miter lim="800000"/>
              <a:headEnd type="none" w="sm" len="sm"/>
              <a:tailEnd type="none" w="sm" len="sm"/>
            </a:ln>
          </p:spPr>
          <p:txBody>
            <a:bodyPr/>
            <a:lstStyle/>
            <a:p>
              <a:endParaRPr lang="en-US"/>
            </a:p>
          </p:txBody>
        </p:sp>
        <p:sp>
          <p:nvSpPr>
            <p:cNvPr id="401" name="Google Shape;401;p37"/>
            <p:cNvSpPr/>
            <p:nvPr/>
          </p:nvSpPr>
          <p:spPr>
            <a:xfrm>
              <a:off x="2908522" y="3738451"/>
              <a:ext cx="266032" cy="962241"/>
            </a:xfrm>
            <a:custGeom>
              <a:avLst/>
              <a:gdLst/>
              <a:ahLst/>
              <a:cxnLst/>
              <a:rect l="l" t="t" r="r" b="b"/>
              <a:pathLst>
                <a:path w="120000" h="120000" extrusionOk="0">
                  <a:moveTo>
                    <a:pt x="0" y="0"/>
                  </a:moveTo>
                  <a:lnTo>
                    <a:pt x="60402" y="0"/>
                  </a:lnTo>
                  <a:lnTo>
                    <a:pt x="60402" y="120000"/>
                  </a:lnTo>
                  <a:lnTo>
                    <a:pt x="120000" y="120000"/>
                  </a:lnTo>
                </a:path>
              </a:pathLst>
            </a:custGeom>
            <a:noFill/>
            <a:ln w="12700" cap="flat" cmpd="sng">
              <a:solidFill>
                <a:srgbClr val="599BD5"/>
              </a:solidFill>
              <a:prstDash val="solid"/>
              <a:miter lim="800000"/>
              <a:headEnd type="none" w="sm" len="sm"/>
              <a:tailEnd type="none" w="sm" len="sm"/>
            </a:ln>
          </p:spPr>
          <p:txBody>
            <a:bodyPr/>
            <a:lstStyle/>
            <a:p>
              <a:endParaRPr lang="en-US"/>
            </a:p>
          </p:txBody>
        </p:sp>
        <p:sp>
          <p:nvSpPr>
            <p:cNvPr id="402" name="Google Shape;402;p37"/>
            <p:cNvSpPr/>
            <p:nvPr/>
          </p:nvSpPr>
          <p:spPr>
            <a:xfrm>
              <a:off x="2908522" y="3738451"/>
              <a:ext cx="206708" cy="110106"/>
            </a:xfrm>
            <a:custGeom>
              <a:avLst/>
              <a:gdLst/>
              <a:ahLst/>
              <a:cxnLst/>
              <a:rect l="l" t="t" r="r" b="b"/>
              <a:pathLst>
                <a:path w="120000" h="120000" extrusionOk="0">
                  <a:moveTo>
                    <a:pt x="0" y="0"/>
                  </a:moveTo>
                  <a:lnTo>
                    <a:pt x="43298" y="0"/>
                  </a:lnTo>
                  <a:lnTo>
                    <a:pt x="43298" y="120000"/>
                  </a:lnTo>
                  <a:lnTo>
                    <a:pt x="120000" y="120000"/>
                  </a:lnTo>
                </a:path>
              </a:pathLst>
            </a:custGeom>
            <a:noFill/>
            <a:ln w="12700" cap="flat" cmpd="sng">
              <a:solidFill>
                <a:srgbClr val="599BD5"/>
              </a:solidFill>
              <a:prstDash val="solid"/>
              <a:miter lim="800000"/>
              <a:headEnd type="none" w="sm" len="sm"/>
              <a:tailEnd type="none" w="sm" len="sm"/>
            </a:ln>
          </p:spPr>
          <p:txBody>
            <a:bodyPr/>
            <a:lstStyle/>
            <a:p>
              <a:endParaRPr lang="en-US"/>
            </a:p>
          </p:txBody>
        </p:sp>
        <p:sp>
          <p:nvSpPr>
            <p:cNvPr id="403" name="Google Shape;403;p37"/>
            <p:cNvSpPr/>
            <p:nvPr/>
          </p:nvSpPr>
          <p:spPr>
            <a:xfrm>
              <a:off x="2908522" y="2990518"/>
              <a:ext cx="266032" cy="747932"/>
            </a:xfrm>
            <a:custGeom>
              <a:avLst/>
              <a:gdLst/>
              <a:ahLst/>
              <a:cxnLst/>
              <a:rect l="l" t="t" r="r" b="b"/>
              <a:pathLst>
                <a:path w="120000" h="120000" extrusionOk="0">
                  <a:moveTo>
                    <a:pt x="0" y="120000"/>
                  </a:moveTo>
                  <a:lnTo>
                    <a:pt x="60402" y="120000"/>
                  </a:lnTo>
                  <a:lnTo>
                    <a:pt x="60402" y="0"/>
                  </a:lnTo>
                  <a:lnTo>
                    <a:pt x="120000" y="0"/>
                  </a:lnTo>
                </a:path>
              </a:pathLst>
            </a:custGeom>
            <a:noFill/>
            <a:ln w="12700" cap="flat" cmpd="sng">
              <a:solidFill>
                <a:srgbClr val="599BD5"/>
              </a:solidFill>
              <a:prstDash val="solid"/>
              <a:miter lim="800000"/>
              <a:headEnd type="none" w="sm" len="sm"/>
              <a:tailEnd type="none" w="sm" len="sm"/>
            </a:ln>
          </p:spPr>
          <p:txBody>
            <a:bodyPr/>
            <a:lstStyle/>
            <a:p>
              <a:endParaRPr lang="en-US"/>
            </a:p>
          </p:txBody>
        </p:sp>
        <p:sp>
          <p:nvSpPr>
            <p:cNvPr id="404" name="Google Shape;404;p37"/>
            <p:cNvSpPr/>
            <p:nvPr/>
          </p:nvSpPr>
          <p:spPr>
            <a:xfrm>
              <a:off x="2908522" y="2280167"/>
              <a:ext cx="266032" cy="1458283"/>
            </a:xfrm>
            <a:custGeom>
              <a:avLst/>
              <a:gdLst/>
              <a:ahLst/>
              <a:cxnLst/>
              <a:rect l="l" t="t" r="r" b="b"/>
              <a:pathLst>
                <a:path w="120000" h="120000" extrusionOk="0">
                  <a:moveTo>
                    <a:pt x="0" y="120000"/>
                  </a:moveTo>
                  <a:lnTo>
                    <a:pt x="60402" y="120000"/>
                  </a:lnTo>
                  <a:lnTo>
                    <a:pt x="60402" y="0"/>
                  </a:lnTo>
                  <a:lnTo>
                    <a:pt x="120000" y="0"/>
                  </a:lnTo>
                </a:path>
              </a:pathLst>
            </a:custGeom>
            <a:noFill/>
            <a:ln w="12700" cap="flat" cmpd="sng">
              <a:solidFill>
                <a:srgbClr val="599BD5"/>
              </a:solidFill>
              <a:prstDash val="solid"/>
              <a:miter lim="800000"/>
              <a:headEnd type="none" w="sm" len="sm"/>
              <a:tailEnd type="none" w="sm" len="sm"/>
            </a:ln>
          </p:spPr>
          <p:txBody>
            <a:bodyPr/>
            <a:lstStyle/>
            <a:p>
              <a:endParaRPr lang="en-US"/>
            </a:p>
          </p:txBody>
        </p:sp>
        <p:sp>
          <p:nvSpPr>
            <p:cNvPr id="405" name="Google Shape;405;p37"/>
            <p:cNvSpPr/>
            <p:nvPr/>
          </p:nvSpPr>
          <p:spPr>
            <a:xfrm>
              <a:off x="1323028" y="2602180"/>
              <a:ext cx="264248" cy="1136270"/>
            </a:xfrm>
            <a:custGeom>
              <a:avLst/>
              <a:gdLst/>
              <a:ahLst/>
              <a:cxnLst/>
              <a:rect l="l" t="t" r="r" b="b"/>
              <a:pathLst>
                <a:path w="120000" h="120000" extrusionOk="0">
                  <a:moveTo>
                    <a:pt x="0" y="0"/>
                  </a:moveTo>
                  <a:lnTo>
                    <a:pt x="60000" y="0"/>
                  </a:lnTo>
                  <a:lnTo>
                    <a:pt x="60000" y="120000"/>
                  </a:lnTo>
                  <a:lnTo>
                    <a:pt x="120000" y="120000"/>
                  </a:lnTo>
                </a:path>
              </a:pathLst>
            </a:custGeom>
            <a:noFill/>
            <a:ln w="12700" cap="flat" cmpd="sng">
              <a:solidFill>
                <a:schemeClr val="accent6"/>
              </a:solidFill>
              <a:prstDash val="solid"/>
              <a:miter lim="800000"/>
              <a:headEnd type="none" w="sm" len="sm"/>
              <a:tailEnd type="none" w="sm" len="sm"/>
            </a:ln>
          </p:spPr>
          <p:txBody>
            <a:bodyPr/>
            <a:lstStyle/>
            <a:p>
              <a:endParaRPr lang="en-US"/>
            </a:p>
          </p:txBody>
        </p:sp>
        <p:sp>
          <p:nvSpPr>
            <p:cNvPr id="406" name="Google Shape;406;p37"/>
            <p:cNvSpPr/>
            <p:nvPr/>
          </p:nvSpPr>
          <p:spPr>
            <a:xfrm>
              <a:off x="2908522" y="1364436"/>
              <a:ext cx="266032" cy="91440"/>
            </a:xfrm>
            <a:custGeom>
              <a:avLst/>
              <a:gdLst/>
              <a:ahLst/>
              <a:cxnLst/>
              <a:rect l="l" t="t" r="r" b="b"/>
              <a:pathLst>
                <a:path w="120000" h="120000" extrusionOk="0">
                  <a:moveTo>
                    <a:pt x="0" y="133167"/>
                  </a:moveTo>
                  <a:lnTo>
                    <a:pt x="60402" y="133167"/>
                  </a:lnTo>
                  <a:lnTo>
                    <a:pt x="60402" y="60000"/>
                  </a:lnTo>
                  <a:lnTo>
                    <a:pt x="120000" y="60000"/>
                  </a:lnTo>
                </a:path>
              </a:pathLst>
            </a:custGeom>
            <a:noFill/>
            <a:ln w="12700" cap="flat" cmpd="sng">
              <a:solidFill>
                <a:srgbClr val="599BD5"/>
              </a:solidFill>
              <a:prstDash val="solid"/>
              <a:miter lim="800000"/>
              <a:headEnd type="none" w="sm" len="sm"/>
              <a:tailEnd type="none" w="sm" len="sm"/>
            </a:ln>
          </p:spPr>
          <p:txBody>
            <a:bodyPr/>
            <a:lstStyle/>
            <a:p>
              <a:endParaRPr lang="en-US"/>
            </a:p>
          </p:txBody>
        </p:sp>
        <p:sp>
          <p:nvSpPr>
            <p:cNvPr id="407" name="Google Shape;407;p37"/>
            <p:cNvSpPr/>
            <p:nvPr/>
          </p:nvSpPr>
          <p:spPr>
            <a:xfrm>
              <a:off x="2908522" y="800558"/>
              <a:ext cx="266032" cy="665351"/>
            </a:xfrm>
            <a:custGeom>
              <a:avLst/>
              <a:gdLst/>
              <a:ahLst/>
              <a:cxnLst/>
              <a:rect l="l" t="t" r="r" b="b"/>
              <a:pathLst>
                <a:path w="120000" h="120000" extrusionOk="0">
                  <a:moveTo>
                    <a:pt x="0" y="120000"/>
                  </a:moveTo>
                  <a:lnTo>
                    <a:pt x="60402" y="120000"/>
                  </a:lnTo>
                  <a:lnTo>
                    <a:pt x="60402" y="0"/>
                  </a:lnTo>
                  <a:lnTo>
                    <a:pt x="120000" y="0"/>
                  </a:lnTo>
                </a:path>
              </a:pathLst>
            </a:custGeom>
            <a:noFill/>
            <a:ln w="12700" cap="flat" cmpd="sng">
              <a:solidFill>
                <a:srgbClr val="599BD5"/>
              </a:solidFill>
              <a:prstDash val="solid"/>
              <a:miter lim="800000"/>
              <a:headEnd type="none" w="sm" len="sm"/>
              <a:tailEnd type="none" w="sm" len="sm"/>
            </a:ln>
          </p:spPr>
          <p:txBody>
            <a:bodyPr/>
            <a:lstStyle/>
            <a:p>
              <a:endParaRPr lang="en-US"/>
            </a:p>
          </p:txBody>
        </p:sp>
        <p:sp>
          <p:nvSpPr>
            <p:cNvPr id="408" name="Google Shape;408;p37"/>
            <p:cNvSpPr/>
            <p:nvPr/>
          </p:nvSpPr>
          <p:spPr>
            <a:xfrm>
              <a:off x="2908522" y="201490"/>
              <a:ext cx="266032" cy="1264419"/>
            </a:xfrm>
            <a:custGeom>
              <a:avLst/>
              <a:gdLst/>
              <a:ahLst/>
              <a:cxnLst/>
              <a:rect l="l" t="t" r="r" b="b"/>
              <a:pathLst>
                <a:path w="120000" h="120000" extrusionOk="0">
                  <a:moveTo>
                    <a:pt x="0" y="120000"/>
                  </a:moveTo>
                  <a:lnTo>
                    <a:pt x="60402" y="120000"/>
                  </a:lnTo>
                  <a:lnTo>
                    <a:pt x="60402" y="0"/>
                  </a:lnTo>
                  <a:lnTo>
                    <a:pt x="120000" y="0"/>
                  </a:lnTo>
                </a:path>
              </a:pathLst>
            </a:custGeom>
            <a:noFill/>
            <a:ln w="12700" cap="flat" cmpd="sng">
              <a:solidFill>
                <a:srgbClr val="599BD5"/>
              </a:solidFill>
              <a:prstDash val="solid"/>
              <a:miter lim="800000"/>
              <a:headEnd type="none" w="sm" len="sm"/>
              <a:tailEnd type="none" w="sm" len="sm"/>
            </a:ln>
          </p:spPr>
          <p:txBody>
            <a:bodyPr/>
            <a:lstStyle/>
            <a:p>
              <a:endParaRPr lang="en-US"/>
            </a:p>
          </p:txBody>
        </p:sp>
        <p:sp>
          <p:nvSpPr>
            <p:cNvPr id="409" name="Google Shape;409;p37"/>
            <p:cNvSpPr/>
            <p:nvPr/>
          </p:nvSpPr>
          <p:spPr>
            <a:xfrm>
              <a:off x="1323028" y="1465910"/>
              <a:ext cx="264248" cy="1136270"/>
            </a:xfrm>
            <a:custGeom>
              <a:avLst/>
              <a:gdLst/>
              <a:ahLst/>
              <a:cxnLst/>
              <a:rect l="l" t="t" r="r" b="b"/>
              <a:pathLst>
                <a:path w="120000" h="120000" extrusionOk="0">
                  <a:moveTo>
                    <a:pt x="0" y="120000"/>
                  </a:moveTo>
                  <a:lnTo>
                    <a:pt x="60000" y="120000"/>
                  </a:lnTo>
                  <a:lnTo>
                    <a:pt x="60000" y="0"/>
                  </a:lnTo>
                  <a:lnTo>
                    <a:pt x="120000" y="0"/>
                  </a:lnTo>
                </a:path>
              </a:pathLst>
            </a:custGeom>
            <a:noFill/>
            <a:ln w="12700" cap="flat" cmpd="sng">
              <a:solidFill>
                <a:schemeClr val="accent6"/>
              </a:solidFill>
              <a:prstDash val="solid"/>
              <a:miter lim="800000"/>
              <a:headEnd type="none" w="sm" len="sm"/>
              <a:tailEnd type="none" w="sm" len="sm"/>
            </a:ln>
          </p:spPr>
          <p:txBody>
            <a:bodyPr/>
            <a:lstStyle/>
            <a:p>
              <a:endParaRPr lang="en-US"/>
            </a:p>
          </p:txBody>
        </p:sp>
        <p:sp>
          <p:nvSpPr>
            <p:cNvPr id="410" name="Google Shape;410;p37"/>
            <p:cNvSpPr/>
            <p:nvPr/>
          </p:nvSpPr>
          <p:spPr>
            <a:xfrm>
              <a:off x="1783" y="2400690"/>
              <a:ext cx="1321244" cy="402979"/>
            </a:xfrm>
            <a:prstGeom prst="rect">
              <a:avLst/>
            </a:prstGeom>
            <a:solidFill>
              <a:schemeClr val="lt1"/>
            </a:solidFill>
            <a:ln w="12700" cap="flat" cmpd="sng">
              <a:solidFill>
                <a:schemeClr val="accent4"/>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37"/>
            <p:cNvSpPr txBox="1"/>
            <p:nvPr/>
          </p:nvSpPr>
          <p:spPr>
            <a:xfrm>
              <a:off x="1783" y="2400690"/>
              <a:ext cx="1321244" cy="402979"/>
            </a:xfrm>
            <a:prstGeom prst="rect">
              <a:avLst/>
            </a:prstGeom>
            <a:noFill/>
            <a:ln>
              <a:noFill/>
            </a:ln>
          </p:spPr>
          <p:txBody>
            <a:bodyPr spcFirstLastPara="1" wrap="square" lIns="16500" tIns="16500" rIns="16500" bIns="16500" anchor="ctr" anchorCtr="0">
              <a:noAutofit/>
            </a:bodyPr>
            <a:lstStyle/>
            <a:p>
              <a:pPr marL="0" marR="0" lvl="0" indent="0" algn="ctr" rtl="0">
                <a:lnSpc>
                  <a:spcPct val="90000"/>
                </a:lnSpc>
                <a:spcBef>
                  <a:spcPts val="0"/>
                </a:spcBef>
                <a:spcAft>
                  <a:spcPts val="0"/>
                </a:spcAft>
                <a:buClr>
                  <a:schemeClr val="dk1"/>
                </a:buClr>
                <a:buSzPts val="2600"/>
                <a:buFont typeface="Calibri"/>
                <a:buNone/>
              </a:pPr>
              <a:r>
                <a:rPr lang="en-US" sz="2600">
                  <a:solidFill>
                    <a:schemeClr val="dk1"/>
                  </a:solidFill>
                  <a:latin typeface="Calibri"/>
                  <a:ea typeface="Calibri"/>
                  <a:cs typeface="Calibri"/>
                  <a:sym typeface="Calibri"/>
                </a:rPr>
                <a:t>Format</a:t>
              </a:r>
              <a:endParaRPr/>
            </a:p>
          </p:txBody>
        </p:sp>
        <p:sp>
          <p:nvSpPr>
            <p:cNvPr id="412" name="Google Shape;412;p37"/>
            <p:cNvSpPr/>
            <p:nvPr/>
          </p:nvSpPr>
          <p:spPr>
            <a:xfrm>
              <a:off x="1587277" y="1264420"/>
              <a:ext cx="1321244" cy="402979"/>
            </a:xfrm>
            <a:prstGeom prst="rect">
              <a:avLst/>
            </a:prstGeom>
            <a:solidFill>
              <a:schemeClr val="lt1"/>
            </a:solidFill>
            <a:ln w="12700" cap="flat" cmpd="sng">
              <a:solidFill>
                <a:schemeClr val="accent6"/>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37"/>
            <p:cNvSpPr txBox="1"/>
            <p:nvPr/>
          </p:nvSpPr>
          <p:spPr>
            <a:xfrm>
              <a:off x="1587277" y="1264420"/>
              <a:ext cx="1321244" cy="402979"/>
            </a:xfrm>
            <a:prstGeom prst="rect">
              <a:avLst/>
            </a:prstGeom>
            <a:noFill/>
            <a:ln>
              <a:noFill/>
            </a:ln>
          </p:spPr>
          <p:txBody>
            <a:bodyPr spcFirstLastPara="1" wrap="square" lIns="16500" tIns="16500" rIns="16500" bIns="16500" anchor="ctr" anchorCtr="0">
              <a:noAutofit/>
            </a:bodyPr>
            <a:lstStyle/>
            <a:p>
              <a:pPr marL="0" marR="0" lvl="0" indent="0" algn="ctr" rtl="0">
                <a:lnSpc>
                  <a:spcPct val="90000"/>
                </a:lnSpc>
                <a:spcBef>
                  <a:spcPts val="0"/>
                </a:spcBef>
                <a:spcAft>
                  <a:spcPts val="0"/>
                </a:spcAft>
                <a:buClr>
                  <a:schemeClr val="dk1"/>
                </a:buClr>
                <a:buSzPts val="2600"/>
                <a:buFont typeface="Calibri"/>
                <a:buNone/>
              </a:pPr>
              <a:r>
                <a:rPr lang="en-US" sz="2600">
                  <a:solidFill>
                    <a:schemeClr val="dk1"/>
                  </a:solidFill>
                  <a:latin typeface="Calibri"/>
                  <a:ea typeface="Calibri"/>
                  <a:cs typeface="Calibri"/>
                  <a:sym typeface="Calibri"/>
                </a:rPr>
                <a:t>Text</a:t>
              </a:r>
              <a:endParaRPr/>
            </a:p>
          </p:txBody>
        </p:sp>
        <p:sp>
          <p:nvSpPr>
            <p:cNvPr id="414" name="Google Shape;414;p37"/>
            <p:cNvSpPr/>
            <p:nvPr/>
          </p:nvSpPr>
          <p:spPr>
            <a:xfrm>
              <a:off x="3174555" y="0"/>
              <a:ext cx="1321244" cy="402979"/>
            </a:xfrm>
            <a:prstGeom prst="rect">
              <a:avLst/>
            </a:prstGeom>
            <a:solidFill>
              <a:schemeClr val="lt1"/>
            </a:solidFill>
            <a:ln w="12700" cap="flat" cmpd="sng">
              <a:solidFill>
                <a:schemeClr val="accent5"/>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37"/>
            <p:cNvSpPr txBox="1"/>
            <p:nvPr/>
          </p:nvSpPr>
          <p:spPr>
            <a:xfrm>
              <a:off x="3174555" y="0"/>
              <a:ext cx="1321244" cy="402979"/>
            </a:xfrm>
            <a:prstGeom prst="rect">
              <a:avLst/>
            </a:prstGeom>
            <a:noFill/>
            <a:ln>
              <a:noFill/>
            </a:ln>
          </p:spPr>
          <p:txBody>
            <a:bodyPr spcFirstLastPara="1" wrap="square" lIns="16500" tIns="16500" rIns="16500" bIns="16500" anchor="ctr" anchorCtr="0">
              <a:noAutofit/>
            </a:bodyPr>
            <a:lstStyle/>
            <a:p>
              <a:pPr marL="0" marR="0" lvl="0" indent="0" algn="ctr" rtl="0">
                <a:lnSpc>
                  <a:spcPct val="90000"/>
                </a:lnSpc>
                <a:spcBef>
                  <a:spcPts val="0"/>
                </a:spcBef>
                <a:spcAft>
                  <a:spcPts val="0"/>
                </a:spcAft>
                <a:buClr>
                  <a:schemeClr val="dk1"/>
                </a:buClr>
                <a:buSzPts val="2600"/>
                <a:buFont typeface="Calibri"/>
                <a:buNone/>
              </a:pPr>
              <a:r>
                <a:rPr lang="en-US" sz="2600">
                  <a:solidFill>
                    <a:schemeClr val="dk1"/>
                  </a:solidFill>
                  <a:latin typeface="Calibri"/>
                  <a:ea typeface="Calibri"/>
                  <a:cs typeface="Calibri"/>
                  <a:sym typeface="Calibri"/>
                </a:rPr>
                <a:t>CSV</a:t>
              </a:r>
              <a:endParaRPr/>
            </a:p>
          </p:txBody>
        </p:sp>
        <p:sp>
          <p:nvSpPr>
            <p:cNvPr id="416" name="Google Shape;416;p37"/>
            <p:cNvSpPr/>
            <p:nvPr/>
          </p:nvSpPr>
          <p:spPr>
            <a:xfrm>
              <a:off x="3174555" y="599068"/>
              <a:ext cx="1321244" cy="402979"/>
            </a:xfrm>
            <a:prstGeom prst="rect">
              <a:avLst/>
            </a:prstGeom>
            <a:solidFill>
              <a:schemeClr val="lt1"/>
            </a:solidFill>
            <a:ln w="12700" cap="flat" cmpd="sng">
              <a:solidFill>
                <a:schemeClr val="accent5"/>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37"/>
            <p:cNvSpPr txBox="1"/>
            <p:nvPr/>
          </p:nvSpPr>
          <p:spPr>
            <a:xfrm>
              <a:off x="3174555" y="599068"/>
              <a:ext cx="1321244" cy="402979"/>
            </a:xfrm>
            <a:prstGeom prst="rect">
              <a:avLst/>
            </a:prstGeom>
            <a:noFill/>
            <a:ln>
              <a:noFill/>
            </a:ln>
          </p:spPr>
          <p:txBody>
            <a:bodyPr spcFirstLastPara="1" wrap="square" lIns="16500" tIns="16500" rIns="16500" bIns="16500" anchor="ctr" anchorCtr="0">
              <a:noAutofit/>
            </a:bodyPr>
            <a:lstStyle/>
            <a:p>
              <a:pPr marL="0" marR="0" lvl="0" indent="0" algn="ctr" rtl="0">
                <a:lnSpc>
                  <a:spcPct val="90000"/>
                </a:lnSpc>
                <a:spcBef>
                  <a:spcPts val="0"/>
                </a:spcBef>
                <a:spcAft>
                  <a:spcPts val="0"/>
                </a:spcAft>
                <a:buClr>
                  <a:schemeClr val="dk1"/>
                </a:buClr>
                <a:buSzPts val="2600"/>
                <a:buFont typeface="Calibri"/>
                <a:buNone/>
              </a:pPr>
              <a:r>
                <a:rPr lang="en-US" sz="2600">
                  <a:solidFill>
                    <a:schemeClr val="dk1"/>
                  </a:solidFill>
                  <a:latin typeface="Calibri"/>
                  <a:ea typeface="Calibri"/>
                  <a:cs typeface="Calibri"/>
                  <a:sym typeface="Calibri"/>
                </a:rPr>
                <a:t>XML</a:t>
              </a:r>
              <a:endParaRPr/>
            </a:p>
          </p:txBody>
        </p:sp>
        <p:sp>
          <p:nvSpPr>
            <p:cNvPr id="418" name="Google Shape;418;p37"/>
            <p:cNvSpPr/>
            <p:nvPr/>
          </p:nvSpPr>
          <p:spPr>
            <a:xfrm>
              <a:off x="3174555" y="1208666"/>
              <a:ext cx="1321244" cy="402979"/>
            </a:xfrm>
            <a:prstGeom prst="rect">
              <a:avLst/>
            </a:prstGeom>
            <a:solidFill>
              <a:schemeClr val="lt1"/>
            </a:solidFill>
            <a:ln w="12700" cap="flat" cmpd="sng">
              <a:solidFill>
                <a:schemeClr val="accent5"/>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37"/>
            <p:cNvSpPr txBox="1"/>
            <p:nvPr/>
          </p:nvSpPr>
          <p:spPr>
            <a:xfrm>
              <a:off x="3174555" y="1208666"/>
              <a:ext cx="1321244" cy="402979"/>
            </a:xfrm>
            <a:prstGeom prst="rect">
              <a:avLst/>
            </a:prstGeom>
            <a:noFill/>
            <a:ln>
              <a:noFill/>
            </a:ln>
          </p:spPr>
          <p:txBody>
            <a:bodyPr spcFirstLastPara="1" wrap="square" lIns="16500" tIns="16500" rIns="16500" bIns="16500" anchor="ctr" anchorCtr="0">
              <a:noAutofit/>
            </a:bodyPr>
            <a:lstStyle/>
            <a:p>
              <a:pPr marL="0" marR="0" lvl="0" indent="0" algn="ctr" rtl="0">
                <a:lnSpc>
                  <a:spcPct val="90000"/>
                </a:lnSpc>
                <a:spcBef>
                  <a:spcPts val="0"/>
                </a:spcBef>
                <a:spcAft>
                  <a:spcPts val="0"/>
                </a:spcAft>
                <a:buClr>
                  <a:schemeClr val="dk1"/>
                </a:buClr>
                <a:buSzPts val="2600"/>
                <a:buFont typeface="Calibri"/>
                <a:buNone/>
              </a:pPr>
              <a:r>
                <a:rPr lang="en-US" sz="2600">
                  <a:solidFill>
                    <a:schemeClr val="dk1"/>
                  </a:solidFill>
                  <a:latin typeface="Calibri"/>
                  <a:ea typeface="Calibri"/>
                  <a:cs typeface="Calibri"/>
                  <a:sym typeface="Calibri"/>
                </a:rPr>
                <a:t>JSON</a:t>
              </a:r>
              <a:endParaRPr/>
            </a:p>
          </p:txBody>
        </p:sp>
        <p:sp>
          <p:nvSpPr>
            <p:cNvPr id="420" name="Google Shape;420;p37"/>
            <p:cNvSpPr/>
            <p:nvPr/>
          </p:nvSpPr>
          <p:spPr>
            <a:xfrm>
              <a:off x="1587277" y="3536961"/>
              <a:ext cx="1321244" cy="402979"/>
            </a:xfrm>
            <a:prstGeom prst="rect">
              <a:avLst/>
            </a:prstGeom>
            <a:solidFill>
              <a:schemeClr val="lt1"/>
            </a:solidFill>
            <a:ln w="12700" cap="flat" cmpd="sng">
              <a:solidFill>
                <a:schemeClr val="accent6"/>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37"/>
            <p:cNvSpPr txBox="1"/>
            <p:nvPr/>
          </p:nvSpPr>
          <p:spPr>
            <a:xfrm>
              <a:off x="1587277" y="3536961"/>
              <a:ext cx="1321244" cy="402979"/>
            </a:xfrm>
            <a:prstGeom prst="rect">
              <a:avLst/>
            </a:prstGeom>
            <a:noFill/>
            <a:ln>
              <a:noFill/>
            </a:ln>
          </p:spPr>
          <p:txBody>
            <a:bodyPr spcFirstLastPara="1" wrap="square" lIns="16500" tIns="16500" rIns="16500" bIns="16500" anchor="ctr" anchorCtr="0">
              <a:noAutofit/>
            </a:bodyPr>
            <a:lstStyle/>
            <a:p>
              <a:pPr marL="0" marR="0" lvl="0" indent="0" algn="ctr" rtl="0">
                <a:lnSpc>
                  <a:spcPct val="90000"/>
                </a:lnSpc>
                <a:spcBef>
                  <a:spcPts val="0"/>
                </a:spcBef>
                <a:spcAft>
                  <a:spcPts val="0"/>
                </a:spcAft>
                <a:buClr>
                  <a:schemeClr val="dk1"/>
                </a:buClr>
                <a:buSzPts val="2600"/>
                <a:buFont typeface="Calibri"/>
                <a:buNone/>
              </a:pPr>
              <a:r>
                <a:rPr lang="en-US" sz="2600">
                  <a:solidFill>
                    <a:schemeClr val="dk1"/>
                  </a:solidFill>
                  <a:latin typeface="Calibri"/>
                  <a:ea typeface="Calibri"/>
                  <a:cs typeface="Calibri"/>
                  <a:sym typeface="Calibri"/>
                </a:rPr>
                <a:t>Binary</a:t>
              </a:r>
              <a:endParaRPr/>
            </a:p>
          </p:txBody>
        </p:sp>
        <p:sp>
          <p:nvSpPr>
            <p:cNvPr id="422" name="Google Shape;422;p37"/>
            <p:cNvSpPr/>
            <p:nvPr/>
          </p:nvSpPr>
          <p:spPr>
            <a:xfrm>
              <a:off x="3174555" y="2078677"/>
              <a:ext cx="1321244" cy="402979"/>
            </a:xfrm>
            <a:prstGeom prst="rect">
              <a:avLst/>
            </a:prstGeom>
            <a:solidFill>
              <a:schemeClr val="lt1"/>
            </a:solidFill>
            <a:ln w="12700" cap="flat" cmpd="sng">
              <a:solidFill>
                <a:schemeClr val="accent5"/>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37"/>
            <p:cNvSpPr txBox="1"/>
            <p:nvPr/>
          </p:nvSpPr>
          <p:spPr>
            <a:xfrm>
              <a:off x="3174555" y="2078677"/>
              <a:ext cx="1321244" cy="402979"/>
            </a:xfrm>
            <a:prstGeom prst="rect">
              <a:avLst/>
            </a:prstGeom>
            <a:noFill/>
            <a:ln>
              <a:noFill/>
            </a:ln>
          </p:spPr>
          <p:txBody>
            <a:bodyPr spcFirstLastPara="1" wrap="square" lIns="16500" tIns="16500" rIns="16500" bIns="16500" anchor="ctr" anchorCtr="0">
              <a:noAutofit/>
            </a:bodyPr>
            <a:lstStyle/>
            <a:p>
              <a:pPr marL="0" marR="0" lvl="0" indent="0" algn="ctr" rtl="0">
                <a:lnSpc>
                  <a:spcPct val="90000"/>
                </a:lnSpc>
                <a:spcBef>
                  <a:spcPts val="0"/>
                </a:spcBef>
                <a:spcAft>
                  <a:spcPts val="0"/>
                </a:spcAft>
                <a:buClr>
                  <a:schemeClr val="dk1"/>
                </a:buClr>
                <a:buSzPts val="2600"/>
                <a:buFont typeface="Calibri"/>
                <a:buNone/>
              </a:pPr>
              <a:r>
                <a:rPr lang="en-US" sz="2600">
                  <a:solidFill>
                    <a:schemeClr val="dk1"/>
                  </a:solidFill>
                  <a:latin typeface="Calibri"/>
                  <a:ea typeface="Calibri"/>
                  <a:cs typeface="Calibri"/>
                  <a:sym typeface="Calibri"/>
                </a:rPr>
                <a:t>Simple </a:t>
              </a:r>
              <a:endParaRPr/>
            </a:p>
          </p:txBody>
        </p:sp>
        <p:sp>
          <p:nvSpPr>
            <p:cNvPr id="424" name="Google Shape;424;p37"/>
            <p:cNvSpPr/>
            <p:nvPr/>
          </p:nvSpPr>
          <p:spPr>
            <a:xfrm>
              <a:off x="3174555" y="2789028"/>
              <a:ext cx="1321244" cy="402979"/>
            </a:xfrm>
            <a:prstGeom prst="rect">
              <a:avLst/>
            </a:prstGeom>
            <a:solidFill>
              <a:schemeClr val="lt1"/>
            </a:solidFill>
            <a:ln w="12700" cap="flat" cmpd="sng">
              <a:solidFill>
                <a:schemeClr val="accent5"/>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37"/>
            <p:cNvSpPr txBox="1"/>
            <p:nvPr/>
          </p:nvSpPr>
          <p:spPr>
            <a:xfrm>
              <a:off x="3174555" y="2789028"/>
              <a:ext cx="1321244" cy="402979"/>
            </a:xfrm>
            <a:prstGeom prst="rect">
              <a:avLst/>
            </a:prstGeom>
            <a:noFill/>
            <a:ln>
              <a:noFill/>
            </a:ln>
          </p:spPr>
          <p:txBody>
            <a:bodyPr spcFirstLastPara="1" wrap="square" lIns="16500" tIns="16500" rIns="16500" bIns="16500" anchor="ctr" anchorCtr="0">
              <a:noAutofit/>
            </a:bodyPr>
            <a:lstStyle/>
            <a:p>
              <a:pPr marL="0" marR="0" lvl="0" indent="0" algn="ctr" rtl="0">
                <a:lnSpc>
                  <a:spcPct val="90000"/>
                </a:lnSpc>
                <a:spcBef>
                  <a:spcPts val="0"/>
                </a:spcBef>
                <a:spcAft>
                  <a:spcPts val="0"/>
                </a:spcAft>
                <a:buClr>
                  <a:schemeClr val="dk1"/>
                </a:buClr>
                <a:buSzPts val="2600"/>
                <a:buFont typeface="Calibri"/>
                <a:buNone/>
              </a:pPr>
              <a:r>
                <a:rPr lang="en-US" sz="2600">
                  <a:solidFill>
                    <a:schemeClr val="dk1"/>
                  </a:solidFill>
                  <a:latin typeface="Calibri"/>
                  <a:ea typeface="Calibri"/>
                  <a:cs typeface="Calibri"/>
                  <a:sym typeface="Calibri"/>
                </a:rPr>
                <a:t>Protobuf</a:t>
              </a:r>
              <a:endParaRPr sz="2600">
                <a:solidFill>
                  <a:schemeClr val="dk1"/>
                </a:solidFill>
                <a:latin typeface="Calibri"/>
                <a:ea typeface="Calibri"/>
                <a:cs typeface="Calibri"/>
                <a:sym typeface="Calibri"/>
              </a:endParaRPr>
            </a:p>
          </p:txBody>
        </p:sp>
        <p:sp>
          <p:nvSpPr>
            <p:cNvPr id="426" name="Google Shape;426;p37"/>
            <p:cNvSpPr/>
            <p:nvPr/>
          </p:nvSpPr>
          <p:spPr>
            <a:xfrm>
              <a:off x="3115231" y="3647067"/>
              <a:ext cx="1321244" cy="402979"/>
            </a:xfrm>
            <a:prstGeom prst="rect">
              <a:avLst/>
            </a:prstGeom>
            <a:solidFill>
              <a:schemeClr val="lt1"/>
            </a:solidFill>
            <a:ln w="12700" cap="flat" cmpd="sng">
              <a:solidFill>
                <a:schemeClr val="accent5"/>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37"/>
            <p:cNvSpPr txBox="1"/>
            <p:nvPr/>
          </p:nvSpPr>
          <p:spPr>
            <a:xfrm>
              <a:off x="3115231" y="3647067"/>
              <a:ext cx="1321244" cy="402979"/>
            </a:xfrm>
            <a:prstGeom prst="rect">
              <a:avLst/>
            </a:prstGeom>
            <a:noFill/>
            <a:ln>
              <a:noFill/>
            </a:ln>
          </p:spPr>
          <p:txBody>
            <a:bodyPr spcFirstLastPara="1" wrap="square" lIns="16500" tIns="16500" rIns="16500" bIns="16500" anchor="ctr" anchorCtr="0">
              <a:noAutofit/>
            </a:bodyPr>
            <a:lstStyle/>
            <a:p>
              <a:pPr marL="0" marR="0" lvl="0" indent="0" algn="ctr" rtl="0">
                <a:lnSpc>
                  <a:spcPct val="90000"/>
                </a:lnSpc>
                <a:spcBef>
                  <a:spcPts val="0"/>
                </a:spcBef>
                <a:spcAft>
                  <a:spcPts val="0"/>
                </a:spcAft>
                <a:buClr>
                  <a:schemeClr val="dk1"/>
                </a:buClr>
                <a:buSzPts val="2600"/>
                <a:buFont typeface="Calibri"/>
                <a:buNone/>
              </a:pPr>
              <a:r>
                <a:rPr lang="en-US" sz="2600">
                  <a:solidFill>
                    <a:schemeClr val="dk1"/>
                  </a:solidFill>
                  <a:latin typeface="Calibri"/>
                  <a:ea typeface="Calibri"/>
                  <a:cs typeface="Calibri"/>
                  <a:sym typeface="Calibri"/>
                </a:rPr>
                <a:t>Avro</a:t>
              </a:r>
              <a:endParaRPr/>
            </a:p>
          </p:txBody>
        </p:sp>
        <p:sp>
          <p:nvSpPr>
            <p:cNvPr id="428" name="Google Shape;428;p37"/>
            <p:cNvSpPr/>
            <p:nvPr/>
          </p:nvSpPr>
          <p:spPr>
            <a:xfrm>
              <a:off x="3174555" y="4499203"/>
              <a:ext cx="1321244" cy="402979"/>
            </a:xfrm>
            <a:prstGeom prst="rect">
              <a:avLst/>
            </a:prstGeom>
            <a:solidFill>
              <a:schemeClr val="lt1"/>
            </a:solidFill>
            <a:ln w="12700" cap="flat" cmpd="sng">
              <a:solidFill>
                <a:schemeClr val="accent5"/>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37"/>
            <p:cNvSpPr txBox="1"/>
            <p:nvPr/>
          </p:nvSpPr>
          <p:spPr>
            <a:xfrm>
              <a:off x="3174555" y="4499203"/>
              <a:ext cx="1321244" cy="402979"/>
            </a:xfrm>
            <a:prstGeom prst="rect">
              <a:avLst/>
            </a:prstGeom>
            <a:noFill/>
            <a:ln>
              <a:noFill/>
            </a:ln>
          </p:spPr>
          <p:txBody>
            <a:bodyPr spcFirstLastPara="1" wrap="square" lIns="16500" tIns="16500" rIns="16500" bIns="16500" anchor="ctr" anchorCtr="0">
              <a:noAutofit/>
            </a:bodyPr>
            <a:lstStyle/>
            <a:p>
              <a:pPr marL="0" marR="0" lvl="0" indent="0" algn="ctr" rtl="0">
                <a:lnSpc>
                  <a:spcPct val="90000"/>
                </a:lnSpc>
                <a:spcBef>
                  <a:spcPts val="0"/>
                </a:spcBef>
                <a:spcAft>
                  <a:spcPts val="0"/>
                </a:spcAft>
                <a:buClr>
                  <a:schemeClr val="dk1"/>
                </a:buClr>
                <a:buSzPts val="2600"/>
                <a:buFont typeface="Calibri"/>
                <a:buNone/>
              </a:pPr>
              <a:r>
                <a:rPr lang="en-US" sz="2600">
                  <a:solidFill>
                    <a:schemeClr val="dk1"/>
                  </a:solidFill>
                  <a:latin typeface="Calibri"/>
                  <a:ea typeface="Calibri"/>
                  <a:cs typeface="Calibri"/>
                  <a:sym typeface="Calibri"/>
                </a:rPr>
                <a:t>BSON</a:t>
              </a:r>
              <a:endParaRPr/>
            </a:p>
          </p:txBody>
        </p:sp>
        <p:sp>
          <p:nvSpPr>
            <p:cNvPr id="430" name="Google Shape;430;p37"/>
            <p:cNvSpPr/>
            <p:nvPr/>
          </p:nvSpPr>
          <p:spPr>
            <a:xfrm>
              <a:off x="3115231" y="5247268"/>
              <a:ext cx="1321244" cy="402979"/>
            </a:xfrm>
            <a:prstGeom prst="rect">
              <a:avLst/>
            </a:prstGeom>
            <a:solidFill>
              <a:schemeClr val="lt1"/>
            </a:solidFill>
            <a:ln w="12700" cap="flat" cmpd="sng">
              <a:solidFill>
                <a:schemeClr val="accent5"/>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37"/>
            <p:cNvSpPr txBox="1"/>
            <p:nvPr/>
          </p:nvSpPr>
          <p:spPr>
            <a:xfrm>
              <a:off x="3115231" y="5247268"/>
              <a:ext cx="1321244" cy="402979"/>
            </a:xfrm>
            <a:prstGeom prst="rect">
              <a:avLst/>
            </a:prstGeom>
            <a:noFill/>
            <a:ln>
              <a:noFill/>
            </a:ln>
          </p:spPr>
          <p:txBody>
            <a:bodyPr spcFirstLastPara="1" wrap="square" lIns="16500" tIns="16500" rIns="16500" bIns="16500" anchor="ctr" anchorCtr="0">
              <a:noAutofit/>
            </a:bodyPr>
            <a:lstStyle/>
            <a:p>
              <a:pPr marL="0" marR="0" lvl="0" indent="0" algn="ctr" rtl="0">
                <a:lnSpc>
                  <a:spcPct val="90000"/>
                </a:lnSpc>
                <a:spcBef>
                  <a:spcPts val="0"/>
                </a:spcBef>
                <a:spcAft>
                  <a:spcPts val="0"/>
                </a:spcAft>
                <a:buClr>
                  <a:schemeClr val="dk1"/>
                </a:buClr>
                <a:buSzPts val="2600"/>
                <a:buFont typeface="Calibri"/>
                <a:buNone/>
              </a:pPr>
              <a:r>
                <a:rPr lang="en-US" sz="2600">
                  <a:solidFill>
                    <a:schemeClr val="dk1"/>
                  </a:solidFill>
                  <a:latin typeface="Calibri"/>
                  <a:ea typeface="Calibri"/>
                  <a:cs typeface="Calibri"/>
                  <a:sym typeface="Calibri"/>
                </a:rPr>
                <a:t>JSONB</a:t>
              </a:r>
              <a:endParaRPr/>
            </a:p>
          </p:txBody>
        </p:sp>
      </p:grpSp>
      <p:sp>
        <p:nvSpPr>
          <p:cNvPr id="432" name="Google Shape;432;p37"/>
          <p:cNvSpPr txBox="1"/>
          <p:nvPr/>
        </p:nvSpPr>
        <p:spPr>
          <a:xfrm>
            <a:off x="4504765" y="924933"/>
            <a:ext cx="7458635" cy="37046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Comma separated simple table format with no nesting</a:t>
            </a:r>
            <a:endParaRPr/>
          </a:p>
        </p:txBody>
      </p:sp>
      <p:sp>
        <p:nvSpPr>
          <p:cNvPr id="433" name="Google Shape;433;p37"/>
          <p:cNvSpPr txBox="1"/>
          <p:nvPr/>
        </p:nvSpPr>
        <p:spPr>
          <a:xfrm>
            <a:off x="4504764" y="1600200"/>
            <a:ext cx="7458635" cy="37046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Hierarchical format used in old systems</a:t>
            </a:r>
            <a:endParaRPr/>
          </a:p>
        </p:txBody>
      </p:sp>
      <p:sp>
        <p:nvSpPr>
          <p:cNvPr id="434" name="Google Shape;434;p37"/>
          <p:cNvSpPr txBox="1"/>
          <p:nvPr/>
        </p:nvSpPr>
        <p:spPr>
          <a:xfrm>
            <a:off x="4504764" y="2090233"/>
            <a:ext cx="7458635" cy="37046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Commonly used in modern days, which is programming language agnostic</a:t>
            </a:r>
            <a:endParaRPr/>
          </a:p>
        </p:txBody>
      </p:sp>
      <p:sp>
        <p:nvSpPr>
          <p:cNvPr id="435" name="Google Shape;435;p37"/>
          <p:cNvSpPr txBox="1"/>
          <p:nvPr/>
        </p:nvSpPr>
        <p:spPr>
          <a:xfrm>
            <a:off x="4504763" y="3039830"/>
            <a:ext cx="7458635" cy="37046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Commonly used in modern days, which is programming language agnostic</a:t>
            </a:r>
            <a:endParaRPr/>
          </a:p>
        </p:txBody>
      </p:sp>
      <p:sp>
        <p:nvSpPr>
          <p:cNvPr id="436" name="Google Shape;436;p37"/>
          <p:cNvSpPr txBox="1"/>
          <p:nvPr/>
        </p:nvSpPr>
        <p:spPr>
          <a:xfrm>
            <a:off x="4504761" y="5392759"/>
            <a:ext cx="7458635" cy="37046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Binary format is introduced and used by MongoDB</a:t>
            </a:r>
            <a:endParaRPr/>
          </a:p>
        </p:txBody>
      </p:sp>
      <p:sp>
        <p:nvSpPr>
          <p:cNvPr id="437" name="Google Shape;437;p37"/>
          <p:cNvSpPr txBox="1"/>
          <p:nvPr/>
        </p:nvSpPr>
        <p:spPr>
          <a:xfrm>
            <a:off x="4504763" y="3760551"/>
            <a:ext cx="7458635" cy="37046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Protocol buffer introduced by Google</a:t>
            </a:r>
            <a:endParaRPr/>
          </a:p>
        </p:txBody>
      </p:sp>
      <p:sp>
        <p:nvSpPr>
          <p:cNvPr id="438" name="Google Shape;438;p37"/>
          <p:cNvSpPr txBox="1"/>
          <p:nvPr/>
        </p:nvSpPr>
        <p:spPr>
          <a:xfrm>
            <a:off x="4504762" y="4592343"/>
            <a:ext cx="7458635" cy="37046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Introduced by Apache to be compatible with Hadoop, Spark</a:t>
            </a:r>
            <a:endParaRPr/>
          </a:p>
        </p:txBody>
      </p:sp>
      <p:sp>
        <p:nvSpPr>
          <p:cNvPr id="439" name="Google Shape;439;p37"/>
          <p:cNvSpPr txBox="1"/>
          <p:nvPr/>
        </p:nvSpPr>
        <p:spPr>
          <a:xfrm>
            <a:off x="4504760" y="6144856"/>
            <a:ext cx="7458635" cy="37046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Binary format is introduced and used by Postgres for semi structured data</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3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3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3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3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3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3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43"/>
        <p:cNvGrpSpPr/>
        <p:nvPr/>
      </p:nvGrpSpPr>
      <p:grpSpPr>
        <a:xfrm>
          <a:off x="0" y="0"/>
          <a:ext cx="0" cy="0"/>
          <a:chOff x="0" y="0"/>
          <a:chExt cx="0" cy="0"/>
        </a:xfrm>
      </p:grpSpPr>
      <p:pic>
        <p:nvPicPr>
          <p:cNvPr id="444" name="Google Shape;444;p38"/>
          <p:cNvPicPr preferRelativeResize="0"/>
          <p:nvPr/>
        </p:nvPicPr>
        <p:blipFill rotWithShape="1">
          <a:blip r:embed="rId3">
            <a:alphaModFix/>
          </a:blip>
          <a:srcRect/>
          <a:stretch/>
        </p:blipFill>
        <p:spPr>
          <a:xfrm>
            <a:off x="199132" y="4385887"/>
            <a:ext cx="5663514" cy="2302578"/>
          </a:xfrm>
          <a:prstGeom prst="rect">
            <a:avLst/>
          </a:prstGeom>
          <a:noFill/>
          <a:ln>
            <a:noFill/>
          </a:ln>
        </p:spPr>
      </p:pic>
      <p:sp>
        <p:nvSpPr>
          <p:cNvPr id="445" name="Google Shape;445;p38"/>
          <p:cNvSpPr txBox="1">
            <a:spLocks noGrp="1"/>
          </p:cNvSpPr>
          <p:nvPr>
            <p:ph type="title"/>
          </p:nvPr>
        </p:nvSpPr>
        <p:spPr>
          <a:xfrm>
            <a:off x="838200" y="160569"/>
            <a:ext cx="9321800" cy="76436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3200"/>
              <a:buFont typeface="Helvetica Neue"/>
              <a:buNone/>
            </a:pPr>
            <a:r>
              <a:rPr lang="en-US"/>
              <a:t>Sample</a:t>
            </a:r>
            <a:endParaRPr/>
          </a:p>
        </p:txBody>
      </p:sp>
      <p:pic>
        <p:nvPicPr>
          <p:cNvPr id="446" name="Google Shape;446;p38" descr="Example: Import CSV and Create a Drawing"/>
          <p:cNvPicPr preferRelativeResize="0"/>
          <p:nvPr/>
        </p:nvPicPr>
        <p:blipFill rotWithShape="1">
          <a:blip r:embed="rId4">
            <a:alphaModFix/>
          </a:blip>
          <a:srcRect/>
          <a:stretch/>
        </p:blipFill>
        <p:spPr>
          <a:xfrm>
            <a:off x="0" y="924933"/>
            <a:ext cx="5951340" cy="3090119"/>
          </a:xfrm>
          <a:prstGeom prst="rect">
            <a:avLst/>
          </a:prstGeom>
          <a:noFill/>
          <a:ln>
            <a:noFill/>
          </a:ln>
        </p:spPr>
      </p:pic>
      <p:pic>
        <p:nvPicPr>
          <p:cNvPr id="447" name="Google Shape;447;p38" descr="API Discovery Using JSON Home"/>
          <p:cNvPicPr preferRelativeResize="0"/>
          <p:nvPr/>
        </p:nvPicPr>
        <p:blipFill rotWithShape="1">
          <a:blip r:embed="rId5">
            <a:alphaModFix/>
          </a:blip>
          <a:srcRect/>
          <a:stretch/>
        </p:blipFill>
        <p:spPr>
          <a:xfrm>
            <a:off x="6400799" y="1066800"/>
            <a:ext cx="5345267" cy="3090120"/>
          </a:xfrm>
          <a:prstGeom prst="rect">
            <a:avLst/>
          </a:prstGeom>
          <a:noFill/>
          <a:ln>
            <a:noFill/>
          </a:ln>
        </p:spPr>
      </p:pic>
      <p:sp>
        <p:nvSpPr>
          <p:cNvPr id="448" name="Google Shape;448;p38"/>
          <p:cNvSpPr txBox="1"/>
          <p:nvPr/>
        </p:nvSpPr>
        <p:spPr>
          <a:xfrm rot="-2482865">
            <a:off x="990600" y="1905000"/>
            <a:ext cx="2819400" cy="5847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a:solidFill>
                  <a:schemeClr val="dk1"/>
                </a:solidFill>
                <a:latin typeface="Helvetica Neue"/>
                <a:ea typeface="Helvetica Neue"/>
                <a:cs typeface="Helvetica Neue"/>
                <a:sym typeface="Helvetica Neue"/>
              </a:rPr>
              <a:t>CSV</a:t>
            </a:r>
            <a:endParaRPr/>
          </a:p>
        </p:txBody>
      </p:sp>
      <p:sp>
        <p:nvSpPr>
          <p:cNvPr id="449" name="Google Shape;449;p38"/>
          <p:cNvSpPr txBox="1"/>
          <p:nvPr/>
        </p:nvSpPr>
        <p:spPr>
          <a:xfrm rot="-2482865">
            <a:off x="7499274" y="2057400"/>
            <a:ext cx="2819400" cy="5847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a:solidFill>
                  <a:schemeClr val="dk1"/>
                </a:solidFill>
                <a:latin typeface="Helvetica Neue"/>
                <a:ea typeface="Helvetica Neue"/>
                <a:cs typeface="Helvetica Neue"/>
                <a:sym typeface="Helvetica Neue"/>
              </a:rPr>
              <a:t>JSON</a:t>
            </a:r>
            <a:endParaRPr/>
          </a:p>
        </p:txBody>
      </p:sp>
      <p:sp>
        <p:nvSpPr>
          <p:cNvPr id="450" name="Google Shape;450;p38"/>
          <p:cNvSpPr txBox="1"/>
          <p:nvPr/>
        </p:nvSpPr>
        <p:spPr>
          <a:xfrm rot="-2482865">
            <a:off x="1447799" y="5244789"/>
            <a:ext cx="2819400" cy="5847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a:solidFill>
                  <a:schemeClr val="dk1"/>
                </a:solidFill>
                <a:latin typeface="Helvetica Neue"/>
                <a:ea typeface="Helvetica Neue"/>
                <a:cs typeface="Helvetica Neue"/>
                <a:sym typeface="Helvetica Neue"/>
              </a:rPr>
              <a:t>ProtoBuf</a:t>
            </a:r>
            <a:endParaRPr sz="3200">
              <a:solidFill>
                <a:schemeClr val="dk1"/>
              </a:solidFill>
              <a:latin typeface="Helvetica Neue"/>
              <a:ea typeface="Helvetica Neue"/>
              <a:cs typeface="Helvetica Neue"/>
              <a:sym typeface="Helvetica Neue"/>
            </a:endParaRPr>
          </a:p>
        </p:txBody>
      </p:sp>
      <p:pic>
        <p:nvPicPr>
          <p:cNvPr id="451" name="Google Shape;451;p38"/>
          <p:cNvPicPr preferRelativeResize="0"/>
          <p:nvPr/>
        </p:nvPicPr>
        <p:blipFill rotWithShape="1">
          <a:blip r:embed="rId6">
            <a:alphaModFix/>
          </a:blip>
          <a:srcRect/>
          <a:stretch/>
        </p:blipFill>
        <p:spPr>
          <a:xfrm>
            <a:off x="6329356" y="4385887"/>
            <a:ext cx="5324475" cy="2133600"/>
          </a:xfrm>
          <a:prstGeom prst="rect">
            <a:avLst/>
          </a:prstGeom>
          <a:noFill/>
          <a:ln>
            <a:noFill/>
          </a:ln>
        </p:spPr>
      </p:pic>
      <p:sp>
        <p:nvSpPr>
          <p:cNvPr id="452" name="Google Shape;452;p38"/>
          <p:cNvSpPr txBox="1"/>
          <p:nvPr/>
        </p:nvSpPr>
        <p:spPr>
          <a:xfrm rot="-2482865">
            <a:off x="7938249" y="5084775"/>
            <a:ext cx="2819400" cy="5847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a:solidFill>
                  <a:schemeClr val="dk1"/>
                </a:solidFill>
                <a:latin typeface="Helvetica Neue"/>
                <a:ea typeface="Helvetica Neue"/>
                <a:cs typeface="Helvetica Neue"/>
                <a:sym typeface="Helvetica Neue"/>
              </a:rPr>
              <a:t>Avro</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4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4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4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4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4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5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5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56"/>
        <p:cNvGrpSpPr/>
        <p:nvPr/>
      </p:nvGrpSpPr>
      <p:grpSpPr>
        <a:xfrm>
          <a:off x="0" y="0"/>
          <a:ext cx="0" cy="0"/>
          <a:chOff x="0" y="0"/>
          <a:chExt cx="0" cy="0"/>
        </a:xfrm>
      </p:grpSpPr>
      <p:sp>
        <p:nvSpPr>
          <p:cNvPr id="457" name="Google Shape;457;p39"/>
          <p:cNvSpPr/>
          <p:nvPr/>
        </p:nvSpPr>
        <p:spPr>
          <a:xfrm>
            <a:off x="3437206" y="1346983"/>
            <a:ext cx="3502856" cy="3545058"/>
          </a:xfrm>
          <a:prstGeom prst="rect">
            <a:avLst/>
          </a:prstGeom>
          <a:solidFill>
            <a:schemeClr val="lt1"/>
          </a:solidFill>
          <a:ln w="127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Calibri"/>
                <a:ea typeface="Calibri"/>
                <a:cs typeface="Calibri"/>
                <a:sym typeface="Calibri"/>
              </a:rPr>
              <a:t>A program(written in C#/Java/Python,etc..)</a:t>
            </a:r>
            <a:endParaRPr/>
          </a:p>
          <a:p>
            <a:pPr marL="0" marR="0" lvl="0" indent="0" algn="ctr" rtl="0">
              <a:spcBef>
                <a:spcPts val="0"/>
              </a:spcBef>
              <a:spcAft>
                <a:spcPts val="0"/>
              </a:spcAft>
              <a:buNone/>
            </a:pPr>
            <a:r>
              <a:rPr lang="en-US" sz="1400">
                <a:solidFill>
                  <a:schemeClr val="dk1"/>
                </a:solidFill>
                <a:latin typeface="Calibri"/>
                <a:ea typeface="Calibri"/>
                <a:cs typeface="Calibri"/>
                <a:sym typeface="Calibri"/>
              </a:rPr>
              <a:t>**Same programming language, JSON structure and algorithm should be used for deserialization</a:t>
            </a:r>
            <a:endParaRPr/>
          </a:p>
        </p:txBody>
      </p:sp>
      <p:sp>
        <p:nvSpPr>
          <p:cNvPr id="458" name="Google Shape;458;p39"/>
          <p:cNvSpPr/>
          <p:nvPr/>
        </p:nvSpPr>
        <p:spPr>
          <a:xfrm>
            <a:off x="454856" y="1600201"/>
            <a:ext cx="2489981" cy="590843"/>
          </a:xfrm>
          <a:prstGeom prst="rect">
            <a:avLst/>
          </a:prstGeom>
          <a:solidFill>
            <a:schemeClr val="accent1"/>
          </a:solidFill>
          <a:ln w="12700" cap="flat" cmpd="sng">
            <a:solidFill>
              <a:srgbClr val="264159"/>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a:ea typeface="Calibri"/>
                <a:cs typeface="Calibri"/>
                <a:sym typeface="Calibri"/>
              </a:rPr>
              <a:t>JSON</a:t>
            </a:r>
            <a:endParaRPr/>
          </a:p>
        </p:txBody>
      </p:sp>
      <p:sp>
        <p:nvSpPr>
          <p:cNvPr id="459" name="Google Shape;459;p39"/>
          <p:cNvSpPr/>
          <p:nvPr/>
        </p:nvSpPr>
        <p:spPr>
          <a:xfrm>
            <a:off x="3863927" y="1600200"/>
            <a:ext cx="2489981" cy="590843"/>
          </a:xfrm>
          <a:prstGeom prst="rect">
            <a:avLst/>
          </a:prstGeom>
          <a:gradFill>
            <a:gsLst>
              <a:gs pos="0">
                <a:srgbClr val="F7BCA2"/>
              </a:gs>
              <a:gs pos="50000">
                <a:srgbClr val="F4B093"/>
              </a:gs>
              <a:gs pos="100000">
                <a:srgbClr val="F7A47F"/>
              </a:gs>
            </a:gsLst>
            <a:lin ang="5400000" scaled="0"/>
          </a:gradFill>
          <a:ln w="9525"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Calibri"/>
                <a:ea typeface="Calibri"/>
                <a:cs typeface="Calibri"/>
                <a:sym typeface="Calibri"/>
              </a:rPr>
              <a:t>JSON to BSON Serializer</a:t>
            </a:r>
            <a:endParaRPr/>
          </a:p>
        </p:txBody>
      </p:sp>
      <p:sp>
        <p:nvSpPr>
          <p:cNvPr id="460" name="Google Shape;460;p39"/>
          <p:cNvSpPr/>
          <p:nvPr/>
        </p:nvSpPr>
        <p:spPr>
          <a:xfrm>
            <a:off x="7162800" y="1600200"/>
            <a:ext cx="2489981" cy="590843"/>
          </a:xfrm>
          <a:prstGeom prst="rect">
            <a:avLst/>
          </a:prstGeom>
          <a:gradFill>
            <a:gsLst>
              <a:gs pos="0">
                <a:srgbClr val="A6B6DE"/>
              </a:gs>
              <a:gs pos="50000">
                <a:srgbClr val="98AAD9"/>
              </a:gs>
              <a:gs pos="100000">
                <a:srgbClr val="859CD7"/>
              </a:gs>
            </a:gsLst>
            <a:lin ang="5400000" scaled="0"/>
          </a:gradFill>
          <a:ln w="9525"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Calibri"/>
                <a:ea typeface="Calibri"/>
                <a:cs typeface="Calibri"/>
                <a:sym typeface="Calibri"/>
              </a:rPr>
              <a:t>BSON-in binary format</a:t>
            </a:r>
            <a:endParaRPr/>
          </a:p>
        </p:txBody>
      </p:sp>
      <p:sp>
        <p:nvSpPr>
          <p:cNvPr id="461" name="Google Shape;461;p39"/>
          <p:cNvSpPr/>
          <p:nvPr/>
        </p:nvSpPr>
        <p:spPr>
          <a:xfrm>
            <a:off x="10133428" y="2359855"/>
            <a:ext cx="1111348" cy="1491176"/>
          </a:xfrm>
          <a:prstGeom prst="can">
            <a:avLst>
              <a:gd name="adj" fmla="val 25000"/>
            </a:avLst>
          </a:prstGeom>
          <a:gradFill>
            <a:gsLst>
              <a:gs pos="0">
                <a:srgbClr val="AFAFAF"/>
              </a:gs>
              <a:gs pos="50000">
                <a:schemeClr val="accent3"/>
              </a:gs>
              <a:gs pos="100000">
                <a:srgbClr val="919191"/>
              </a:gs>
            </a:gsLst>
            <a:lin ang="5400000" scaled="0"/>
          </a:gradFill>
          <a:ln>
            <a:noFill/>
          </a:ln>
          <a:effectLst>
            <a:outerShdw blurRad="57150" dist="19050" dir="5400000" algn="ctr" rotWithShape="0">
              <a:srgbClr val="000000">
                <a:alpha val="6274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Calibri"/>
                <a:ea typeface="Calibri"/>
                <a:cs typeface="Calibri"/>
                <a:sym typeface="Calibri"/>
              </a:rPr>
              <a:t>Database</a:t>
            </a:r>
            <a:endParaRPr/>
          </a:p>
        </p:txBody>
      </p:sp>
      <p:sp>
        <p:nvSpPr>
          <p:cNvPr id="462" name="Google Shape;462;p39"/>
          <p:cNvSpPr/>
          <p:nvPr/>
        </p:nvSpPr>
        <p:spPr>
          <a:xfrm>
            <a:off x="454856" y="4072596"/>
            <a:ext cx="2489981" cy="590843"/>
          </a:xfrm>
          <a:prstGeom prst="rect">
            <a:avLst/>
          </a:prstGeom>
          <a:solidFill>
            <a:schemeClr val="accent1"/>
          </a:solidFill>
          <a:ln w="12700" cap="flat" cmpd="sng">
            <a:solidFill>
              <a:srgbClr val="264159"/>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a:ea typeface="Calibri"/>
                <a:cs typeface="Calibri"/>
                <a:sym typeface="Calibri"/>
              </a:rPr>
              <a:t>JSON</a:t>
            </a:r>
            <a:endParaRPr/>
          </a:p>
        </p:txBody>
      </p:sp>
      <p:sp>
        <p:nvSpPr>
          <p:cNvPr id="463" name="Google Shape;463;p39"/>
          <p:cNvSpPr/>
          <p:nvPr/>
        </p:nvSpPr>
        <p:spPr>
          <a:xfrm>
            <a:off x="3863927" y="4072595"/>
            <a:ext cx="2489981" cy="590843"/>
          </a:xfrm>
          <a:prstGeom prst="rect">
            <a:avLst/>
          </a:prstGeom>
          <a:gradFill>
            <a:gsLst>
              <a:gs pos="0">
                <a:srgbClr val="F7BCA2"/>
              </a:gs>
              <a:gs pos="50000">
                <a:srgbClr val="F4B093"/>
              </a:gs>
              <a:gs pos="100000">
                <a:srgbClr val="F7A47F"/>
              </a:gs>
            </a:gsLst>
            <a:lin ang="5400000" scaled="0"/>
          </a:gradFill>
          <a:ln w="9525"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Calibri"/>
                <a:ea typeface="Calibri"/>
                <a:cs typeface="Calibri"/>
                <a:sym typeface="Calibri"/>
              </a:rPr>
              <a:t>BSON  to JSON Deserializer</a:t>
            </a:r>
            <a:endParaRPr sz="1800">
              <a:solidFill>
                <a:schemeClr val="dk1"/>
              </a:solidFill>
              <a:latin typeface="Calibri"/>
              <a:ea typeface="Calibri"/>
              <a:cs typeface="Calibri"/>
              <a:sym typeface="Calibri"/>
            </a:endParaRPr>
          </a:p>
        </p:txBody>
      </p:sp>
      <p:sp>
        <p:nvSpPr>
          <p:cNvPr id="464" name="Google Shape;464;p39"/>
          <p:cNvSpPr/>
          <p:nvPr/>
        </p:nvSpPr>
        <p:spPr>
          <a:xfrm>
            <a:off x="7162800" y="4072595"/>
            <a:ext cx="2489981" cy="590843"/>
          </a:xfrm>
          <a:prstGeom prst="rect">
            <a:avLst/>
          </a:prstGeom>
          <a:gradFill>
            <a:gsLst>
              <a:gs pos="0">
                <a:srgbClr val="A6B6DE"/>
              </a:gs>
              <a:gs pos="50000">
                <a:srgbClr val="98AAD9"/>
              </a:gs>
              <a:gs pos="100000">
                <a:srgbClr val="859CD7"/>
              </a:gs>
            </a:gsLst>
            <a:lin ang="5400000" scaled="0"/>
          </a:gradFill>
          <a:ln w="9525"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Calibri"/>
                <a:ea typeface="Calibri"/>
                <a:cs typeface="Calibri"/>
                <a:sym typeface="Calibri"/>
              </a:rPr>
              <a:t>BSON-in binary format</a:t>
            </a:r>
            <a:endParaRPr/>
          </a:p>
        </p:txBody>
      </p:sp>
      <p:cxnSp>
        <p:nvCxnSpPr>
          <p:cNvPr id="465" name="Google Shape;465;p39"/>
          <p:cNvCxnSpPr>
            <a:stCxn id="458" idx="3"/>
            <a:endCxn id="459" idx="1"/>
          </p:cNvCxnSpPr>
          <p:nvPr/>
        </p:nvCxnSpPr>
        <p:spPr>
          <a:xfrm>
            <a:off x="2944837" y="1895623"/>
            <a:ext cx="919200" cy="0"/>
          </a:xfrm>
          <a:prstGeom prst="straightConnector1">
            <a:avLst/>
          </a:prstGeom>
          <a:noFill/>
          <a:ln w="9525" cap="flat" cmpd="sng">
            <a:solidFill>
              <a:schemeClr val="accent1"/>
            </a:solidFill>
            <a:prstDash val="solid"/>
            <a:miter lim="800000"/>
            <a:headEnd type="none" w="sm" len="sm"/>
            <a:tailEnd type="triangle" w="med" len="med"/>
          </a:ln>
        </p:spPr>
      </p:cxnSp>
      <p:cxnSp>
        <p:nvCxnSpPr>
          <p:cNvPr id="466" name="Google Shape;466;p39"/>
          <p:cNvCxnSpPr>
            <a:stCxn id="459" idx="3"/>
            <a:endCxn id="460" idx="1"/>
          </p:cNvCxnSpPr>
          <p:nvPr/>
        </p:nvCxnSpPr>
        <p:spPr>
          <a:xfrm>
            <a:off x="6353908" y="1895622"/>
            <a:ext cx="808800" cy="0"/>
          </a:xfrm>
          <a:prstGeom prst="straightConnector1">
            <a:avLst/>
          </a:prstGeom>
          <a:noFill/>
          <a:ln w="9525" cap="flat" cmpd="sng">
            <a:solidFill>
              <a:schemeClr val="accent1"/>
            </a:solidFill>
            <a:prstDash val="solid"/>
            <a:miter lim="800000"/>
            <a:headEnd type="none" w="sm" len="sm"/>
            <a:tailEnd type="triangle" w="med" len="med"/>
          </a:ln>
        </p:spPr>
      </p:cxnSp>
      <p:cxnSp>
        <p:nvCxnSpPr>
          <p:cNvPr id="467" name="Google Shape;467;p39"/>
          <p:cNvCxnSpPr>
            <a:stCxn id="464" idx="1"/>
            <a:endCxn id="463" idx="3"/>
          </p:cNvCxnSpPr>
          <p:nvPr/>
        </p:nvCxnSpPr>
        <p:spPr>
          <a:xfrm rot="10800000">
            <a:off x="6354000" y="4368017"/>
            <a:ext cx="808800" cy="0"/>
          </a:xfrm>
          <a:prstGeom prst="straightConnector1">
            <a:avLst/>
          </a:prstGeom>
          <a:noFill/>
          <a:ln w="9525" cap="flat" cmpd="sng">
            <a:solidFill>
              <a:schemeClr val="accent1"/>
            </a:solidFill>
            <a:prstDash val="solid"/>
            <a:miter lim="800000"/>
            <a:headEnd type="none" w="sm" len="sm"/>
            <a:tailEnd type="triangle" w="med" len="med"/>
          </a:ln>
        </p:spPr>
      </p:cxnSp>
      <p:cxnSp>
        <p:nvCxnSpPr>
          <p:cNvPr id="468" name="Google Shape;468;p39"/>
          <p:cNvCxnSpPr>
            <a:stCxn id="463" idx="1"/>
            <a:endCxn id="462" idx="3"/>
          </p:cNvCxnSpPr>
          <p:nvPr/>
        </p:nvCxnSpPr>
        <p:spPr>
          <a:xfrm rot="10800000">
            <a:off x="2944727" y="4368017"/>
            <a:ext cx="919200" cy="0"/>
          </a:xfrm>
          <a:prstGeom prst="straightConnector1">
            <a:avLst/>
          </a:prstGeom>
          <a:noFill/>
          <a:ln w="9525" cap="flat" cmpd="sng">
            <a:solidFill>
              <a:schemeClr val="accent1"/>
            </a:solidFill>
            <a:prstDash val="solid"/>
            <a:miter lim="800000"/>
            <a:headEnd type="none" w="sm" len="sm"/>
            <a:tailEnd type="triangle" w="med" len="med"/>
          </a:ln>
        </p:spPr>
      </p:cxnSp>
      <p:cxnSp>
        <p:nvCxnSpPr>
          <p:cNvPr id="469" name="Google Shape;469;p39"/>
          <p:cNvCxnSpPr>
            <a:stCxn id="461" idx="3"/>
            <a:endCxn id="464" idx="3"/>
          </p:cNvCxnSpPr>
          <p:nvPr/>
        </p:nvCxnSpPr>
        <p:spPr>
          <a:xfrm rot="5400000">
            <a:off x="9912552" y="3591381"/>
            <a:ext cx="516900" cy="1036200"/>
          </a:xfrm>
          <a:prstGeom prst="bentConnector2">
            <a:avLst/>
          </a:prstGeom>
          <a:noFill/>
          <a:ln w="9525" cap="flat" cmpd="sng">
            <a:solidFill>
              <a:schemeClr val="accent1"/>
            </a:solidFill>
            <a:prstDash val="solid"/>
            <a:miter lim="800000"/>
            <a:headEnd type="none" w="sm" len="sm"/>
            <a:tailEnd type="triangle" w="med" len="med"/>
          </a:ln>
        </p:spPr>
      </p:cxnSp>
      <p:cxnSp>
        <p:nvCxnSpPr>
          <p:cNvPr id="470" name="Google Shape;470;p39"/>
          <p:cNvCxnSpPr>
            <a:stCxn id="460" idx="3"/>
            <a:endCxn id="461" idx="1"/>
          </p:cNvCxnSpPr>
          <p:nvPr/>
        </p:nvCxnSpPr>
        <p:spPr>
          <a:xfrm>
            <a:off x="9652781" y="1895622"/>
            <a:ext cx="1036200" cy="464100"/>
          </a:xfrm>
          <a:prstGeom prst="bentConnector2">
            <a:avLst/>
          </a:prstGeom>
          <a:noFill/>
          <a:ln w="9525" cap="flat" cmpd="sng">
            <a:solidFill>
              <a:schemeClr val="accent1"/>
            </a:solidFill>
            <a:prstDash val="solid"/>
            <a:miter lim="800000"/>
            <a:headEnd type="none" w="sm" len="sm"/>
            <a:tailEnd type="triangle" w="med" len="med"/>
          </a:ln>
        </p:spPr>
      </p:cxnSp>
      <p:cxnSp>
        <p:nvCxnSpPr>
          <p:cNvPr id="471" name="Google Shape;471;p39"/>
          <p:cNvCxnSpPr>
            <a:stCxn id="458" idx="2"/>
            <a:endCxn id="462" idx="0"/>
          </p:cNvCxnSpPr>
          <p:nvPr/>
        </p:nvCxnSpPr>
        <p:spPr>
          <a:xfrm>
            <a:off x="1699847" y="2191044"/>
            <a:ext cx="0" cy="1881600"/>
          </a:xfrm>
          <a:prstGeom prst="straightConnector1">
            <a:avLst/>
          </a:prstGeom>
          <a:noFill/>
          <a:ln w="9525" cap="flat" cmpd="sng">
            <a:solidFill>
              <a:schemeClr val="accent1"/>
            </a:solidFill>
            <a:prstDash val="dash"/>
            <a:miter lim="800000"/>
            <a:headEnd type="none" w="sm" len="sm"/>
            <a:tailEnd type="none" w="sm" len="sm"/>
          </a:ln>
        </p:spPr>
      </p:cxnSp>
      <p:sp>
        <p:nvSpPr>
          <p:cNvPr id="472" name="Google Shape;472;p39"/>
          <p:cNvSpPr txBox="1"/>
          <p:nvPr/>
        </p:nvSpPr>
        <p:spPr>
          <a:xfrm>
            <a:off x="959060" y="2993795"/>
            <a:ext cx="1538514" cy="24622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000">
                <a:solidFill>
                  <a:schemeClr val="dk1"/>
                </a:solidFill>
                <a:latin typeface="Calibri"/>
                <a:ea typeface="Calibri"/>
                <a:cs typeface="Calibri"/>
                <a:sym typeface="Calibri"/>
              </a:rPr>
              <a:t>Matching</a:t>
            </a:r>
            <a:endParaRPr/>
          </a:p>
        </p:txBody>
      </p:sp>
      <p:sp>
        <p:nvSpPr>
          <p:cNvPr id="473" name="Google Shape;473;p39"/>
          <p:cNvSpPr txBox="1"/>
          <p:nvPr/>
        </p:nvSpPr>
        <p:spPr>
          <a:xfrm>
            <a:off x="454856" y="5410200"/>
            <a:ext cx="10789920"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This is a 2 step process viz.,</a:t>
            </a:r>
            <a:endParaRPr/>
          </a:p>
          <a:p>
            <a:pPr marL="342900" marR="0" lvl="0" indent="-342900" algn="l" rtl="0">
              <a:spcBef>
                <a:spcPts val="0"/>
              </a:spcBef>
              <a:spcAft>
                <a:spcPts val="0"/>
              </a:spcAft>
              <a:buClr>
                <a:schemeClr val="dk1"/>
              </a:buClr>
              <a:buSzPts val="1800"/>
              <a:buFont typeface="Calibri"/>
              <a:buAutoNum type="arabicPeriod"/>
            </a:pPr>
            <a:r>
              <a:rPr lang="en-US" sz="1800">
                <a:solidFill>
                  <a:schemeClr val="dk1"/>
                </a:solidFill>
                <a:latin typeface="Calibri"/>
                <a:ea typeface="Calibri"/>
                <a:cs typeface="Calibri"/>
                <a:sym typeface="Calibri"/>
              </a:rPr>
              <a:t>JSON is converted to BSON format</a:t>
            </a:r>
            <a:endParaRPr/>
          </a:p>
          <a:p>
            <a:pPr marL="342900" marR="0" lvl="0" indent="-342900" algn="l" rtl="0">
              <a:spcBef>
                <a:spcPts val="0"/>
              </a:spcBef>
              <a:spcAft>
                <a:spcPts val="0"/>
              </a:spcAft>
              <a:buClr>
                <a:schemeClr val="dk1"/>
              </a:buClr>
              <a:buSzPts val="1800"/>
              <a:buFont typeface="Calibri"/>
              <a:buAutoNum type="arabicPeriod"/>
            </a:pPr>
            <a:r>
              <a:rPr lang="en-US" sz="1800">
                <a:solidFill>
                  <a:schemeClr val="dk1"/>
                </a:solidFill>
                <a:latin typeface="Calibri"/>
                <a:ea typeface="Calibri"/>
                <a:cs typeface="Calibri"/>
                <a:sym typeface="Calibri"/>
              </a:rPr>
              <a:t>BSON is converted to binary format</a:t>
            </a:r>
            <a:endParaRPr/>
          </a:p>
        </p:txBody>
      </p:sp>
      <p:sp>
        <p:nvSpPr>
          <p:cNvPr id="474" name="Google Shape;474;p39"/>
          <p:cNvSpPr txBox="1">
            <a:spLocks noGrp="1"/>
          </p:cNvSpPr>
          <p:nvPr>
            <p:ph type="title"/>
          </p:nvPr>
        </p:nvSpPr>
        <p:spPr>
          <a:xfrm>
            <a:off x="838200" y="160569"/>
            <a:ext cx="9321800" cy="76436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3200"/>
              <a:buFont typeface="Helvetica Neue"/>
              <a:buNone/>
            </a:pPr>
            <a:r>
              <a:rPr lang="en-US">
                <a:latin typeface="Helvetica Neue"/>
                <a:ea typeface="Helvetica Neue"/>
                <a:cs typeface="Helvetica Neue"/>
                <a:sym typeface="Helvetica Neue"/>
              </a:rPr>
              <a:t>Sample Process</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78"/>
        <p:cNvGrpSpPr/>
        <p:nvPr/>
      </p:nvGrpSpPr>
      <p:grpSpPr>
        <a:xfrm>
          <a:off x="0" y="0"/>
          <a:ext cx="0" cy="0"/>
          <a:chOff x="0" y="0"/>
          <a:chExt cx="0" cy="0"/>
        </a:xfrm>
      </p:grpSpPr>
      <p:sp>
        <p:nvSpPr>
          <p:cNvPr id="479" name="Google Shape;479;p40"/>
          <p:cNvSpPr txBox="1">
            <a:spLocks noGrp="1"/>
          </p:cNvSpPr>
          <p:nvPr>
            <p:ph type="title"/>
          </p:nvPr>
        </p:nvSpPr>
        <p:spPr>
          <a:xfrm>
            <a:off x="838200" y="160569"/>
            <a:ext cx="9321800" cy="76436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3200"/>
              <a:buFont typeface="Helvetica Neue"/>
              <a:buNone/>
            </a:pPr>
            <a:r>
              <a:rPr lang="en-US"/>
              <a:t>Summary</a:t>
            </a:r>
            <a:endParaRPr/>
          </a:p>
        </p:txBody>
      </p:sp>
      <p:pic>
        <p:nvPicPr>
          <p:cNvPr id="480" name="Google Shape;480;p40"/>
          <p:cNvPicPr preferRelativeResize="0"/>
          <p:nvPr/>
        </p:nvPicPr>
        <p:blipFill rotWithShape="1">
          <a:blip r:embed="rId3">
            <a:alphaModFix/>
          </a:blip>
          <a:srcRect/>
          <a:stretch/>
        </p:blipFill>
        <p:spPr>
          <a:xfrm>
            <a:off x="228600" y="1066800"/>
            <a:ext cx="11277600" cy="5362427"/>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520"/>
        <p:cNvGrpSpPr/>
        <p:nvPr/>
      </p:nvGrpSpPr>
      <p:grpSpPr>
        <a:xfrm>
          <a:off x="0" y="0"/>
          <a:ext cx="0" cy="0"/>
          <a:chOff x="0" y="0"/>
          <a:chExt cx="0" cy="0"/>
        </a:xfrm>
      </p:grpSpPr>
      <p:sp>
        <p:nvSpPr>
          <p:cNvPr id="521" name="Google Shape;521;p45"/>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p>
            <a:pPr marL="0" lvl="0" indent="0" algn="r" rtl="0">
              <a:lnSpc>
                <a:spcPct val="90000"/>
              </a:lnSpc>
              <a:spcBef>
                <a:spcPts val="0"/>
              </a:spcBef>
              <a:spcAft>
                <a:spcPts val="0"/>
              </a:spcAft>
              <a:buClr>
                <a:srgbClr val="150860"/>
              </a:buClr>
              <a:buSzPts val="5400"/>
              <a:buFont typeface="Helvetica Neue"/>
              <a:buNone/>
            </a:pPr>
            <a:r>
              <a:rPr lang="en-US"/>
              <a:t>Data Processing Types</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525"/>
        <p:cNvGrpSpPr/>
        <p:nvPr/>
      </p:nvGrpSpPr>
      <p:grpSpPr>
        <a:xfrm>
          <a:off x="0" y="0"/>
          <a:ext cx="0" cy="0"/>
          <a:chOff x="0" y="0"/>
          <a:chExt cx="0" cy="0"/>
        </a:xfrm>
      </p:grpSpPr>
      <p:sp>
        <p:nvSpPr>
          <p:cNvPr id="526" name="Google Shape;526;p46"/>
          <p:cNvSpPr txBox="1">
            <a:spLocks noGrp="1"/>
          </p:cNvSpPr>
          <p:nvPr>
            <p:ph type="title"/>
          </p:nvPr>
        </p:nvSpPr>
        <p:spPr>
          <a:xfrm>
            <a:off x="838200" y="160569"/>
            <a:ext cx="9321800" cy="76436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3200"/>
              <a:buFont typeface="Helvetica Neue"/>
              <a:buNone/>
            </a:pPr>
            <a:r>
              <a:rPr lang="en-US"/>
              <a:t>Data Processing Types</a:t>
            </a:r>
            <a:endParaRPr/>
          </a:p>
        </p:txBody>
      </p:sp>
      <p:grpSp>
        <p:nvGrpSpPr>
          <p:cNvPr id="527" name="Google Shape;527;p46"/>
          <p:cNvGrpSpPr/>
          <p:nvPr/>
        </p:nvGrpSpPr>
        <p:grpSpPr>
          <a:xfrm>
            <a:off x="9978188" y="161201"/>
            <a:ext cx="1913023" cy="1047402"/>
            <a:chOff x="300788" y="632"/>
            <a:chExt cx="1913023" cy="1047402"/>
          </a:xfrm>
        </p:grpSpPr>
        <p:sp>
          <p:nvSpPr>
            <p:cNvPr id="528" name="Google Shape;528;p46"/>
            <p:cNvSpPr/>
            <p:nvPr/>
          </p:nvSpPr>
          <p:spPr>
            <a:xfrm>
              <a:off x="1257299" y="433443"/>
              <a:ext cx="523701" cy="181780"/>
            </a:xfrm>
            <a:custGeom>
              <a:avLst/>
              <a:gdLst/>
              <a:ahLst/>
              <a:cxnLst/>
              <a:rect l="l" t="t" r="r" b="b"/>
              <a:pathLst>
                <a:path w="120000" h="120000" extrusionOk="0">
                  <a:moveTo>
                    <a:pt x="0" y="0"/>
                  </a:moveTo>
                  <a:lnTo>
                    <a:pt x="0" y="60000"/>
                  </a:lnTo>
                  <a:lnTo>
                    <a:pt x="120000" y="60000"/>
                  </a:lnTo>
                  <a:lnTo>
                    <a:pt x="120000" y="120000"/>
                  </a:lnTo>
                </a:path>
              </a:pathLst>
            </a:custGeom>
            <a:noFill/>
            <a:ln w="12700" cap="flat" cmpd="sng">
              <a:solidFill>
                <a:schemeClr val="accent6"/>
              </a:solidFill>
              <a:prstDash val="solid"/>
              <a:miter lim="800000"/>
              <a:headEnd type="none" w="sm" len="sm"/>
              <a:tailEnd type="none" w="sm" len="sm"/>
            </a:ln>
          </p:spPr>
          <p:txBody>
            <a:bodyPr/>
            <a:lstStyle/>
            <a:p>
              <a:endParaRPr lang="en-US"/>
            </a:p>
          </p:txBody>
        </p:sp>
        <p:sp>
          <p:nvSpPr>
            <p:cNvPr id="529" name="Google Shape;529;p46"/>
            <p:cNvSpPr/>
            <p:nvPr/>
          </p:nvSpPr>
          <p:spPr>
            <a:xfrm>
              <a:off x="733598" y="433443"/>
              <a:ext cx="523701" cy="181780"/>
            </a:xfrm>
            <a:custGeom>
              <a:avLst/>
              <a:gdLst/>
              <a:ahLst/>
              <a:cxnLst/>
              <a:rect l="l" t="t" r="r" b="b"/>
              <a:pathLst>
                <a:path w="120000" h="120000" extrusionOk="0">
                  <a:moveTo>
                    <a:pt x="120000" y="0"/>
                  </a:moveTo>
                  <a:lnTo>
                    <a:pt x="120000" y="60000"/>
                  </a:lnTo>
                  <a:lnTo>
                    <a:pt x="0" y="60000"/>
                  </a:lnTo>
                  <a:lnTo>
                    <a:pt x="0" y="120000"/>
                  </a:lnTo>
                </a:path>
              </a:pathLst>
            </a:custGeom>
            <a:noFill/>
            <a:ln w="12700" cap="flat" cmpd="sng">
              <a:solidFill>
                <a:schemeClr val="accent6"/>
              </a:solidFill>
              <a:prstDash val="solid"/>
              <a:miter lim="800000"/>
              <a:headEnd type="none" w="sm" len="sm"/>
              <a:tailEnd type="none" w="sm" len="sm"/>
            </a:ln>
          </p:spPr>
          <p:txBody>
            <a:bodyPr/>
            <a:lstStyle/>
            <a:p>
              <a:endParaRPr lang="en-US"/>
            </a:p>
          </p:txBody>
        </p:sp>
        <p:sp>
          <p:nvSpPr>
            <p:cNvPr id="530" name="Google Shape;530;p46"/>
            <p:cNvSpPr/>
            <p:nvPr/>
          </p:nvSpPr>
          <p:spPr>
            <a:xfrm>
              <a:off x="824489" y="632"/>
              <a:ext cx="865621" cy="432810"/>
            </a:xfrm>
            <a:prstGeom prst="rect">
              <a:avLst/>
            </a:prstGeom>
            <a:solidFill>
              <a:schemeClr val="lt1"/>
            </a:solidFill>
            <a:ln w="12700" cap="flat" cmpd="sng">
              <a:solidFill>
                <a:schemeClr val="accent4"/>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46"/>
            <p:cNvSpPr txBox="1"/>
            <p:nvPr/>
          </p:nvSpPr>
          <p:spPr>
            <a:xfrm>
              <a:off x="824489" y="632"/>
              <a:ext cx="865621" cy="432810"/>
            </a:xfrm>
            <a:prstGeom prst="rect">
              <a:avLst/>
            </a:prstGeom>
            <a:no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Types</a:t>
              </a:r>
              <a:endParaRPr/>
            </a:p>
          </p:txBody>
        </p:sp>
        <p:sp>
          <p:nvSpPr>
            <p:cNvPr id="532" name="Google Shape;532;p46"/>
            <p:cNvSpPr/>
            <p:nvPr/>
          </p:nvSpPr>
          <p:spPr>
            <a:xfrm>
              <a:off x="300788" y="615224"/>
              <a:ext cx="865621" cy="432810"/>
            </a:xfrm>
            <a:prstGeom prst="rect">
              <a:avLst/>
            </a:prstGeom>
            <a:solidFill>
              <a:schemeClr val="lt1"/>
            </a:solidFill>
            <a:ln w="12700" cap="flat" cmpd="sng">
              <a:solidFill>
                <a:schemeClr val="accent6"/>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46"/>
            <p:cNvSpPr txBox="1"/>
            <p:nvPr/>
          </p:nvSpPr>
          <p:spPr>
            <a:xfrm>
              <a:off x="300788" y="615224"/>
              <a:ext cx="865621" cy="432810"/>
            </a:xfrm>
            <a:prstGeom prst="rect">
              <a:avLst/>
            </a:prstGeom>
            <a:no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OLTP</a:t>
              </a:r>
              <a:endParaRPr/>
            </a:p>
          </p:txBody>
        </p:sp>
        <p:sp>
          <p:nvSpPr>
            <p:cNvPr id="534" name="Google Shape;534;p46"/>
            <p:cNvSpPr/>
            <p:nvPr/>
          </p:nvSpPr>
          <p:spPr>
            <a:xfrm>
              <a:off x="1348190" y="615224"/>
              <a:ext cx="865621" cy="432810"/>
            </a:xfrm>
            <a:prstGeom prst="rect">
              <a:avLst/>
            </a:prstGeom>
            <a:solidFill>
              <a:schemeClr val="lt1"/>
            </a:solidFill>
            <a:ln w="12700" cap="flat" cmpd="sng">
              <a:solidFill>
                <a:schemeClr val="accent6"/>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46"/>
            <p:cNvSpPr txBox="1"/>
            <p:nvPr/>
          </p:nvSpPr>
          <p:spPr>
            <a:xfrm>
              <a:off x="1348190" y="615224"/>
              <a:ext cx="865621" cy="432810"/>
            </a:xfrm>
            <a:prstGeom prst="rect">
              <a:avLst/>
            </a:prstGeom>
            <a:no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OLAP</a:t>
              </a:r>
              <a:endParaRPr/>
            </a:p>
          </p:txBody>
        </p:sp>
      </p:grpSp>
      <p:graphicFrame>
        <p:nvGraphicFramePr>
          <p:cNvPr id="536" name="Google Shape;536;p46"/>
          <p:cNvGraphicFramePr/>
          <p:nvPr/>
        </p:nvGraphicFramePr>
        <p:xfrm>
          <a:off x="304800" y="1209236"/>
          <a:ext cx="11582375" cy="5496310"/>
        </p:xfrm>
        <a:graphic>
          <a:graphicData uri="http://schemas.openxmlformats.org/drawingml/2006/table">
            <a:tbl>
              <a:tblPr firstRow="1" bandRow="1">
                <a:noFill/>
                <a:tableStyleId>{131B6606-50E8-4F3F-95DB-24FF2E968E94}</a:tableStyleId>
              </a:tblPr>
              <a:tblGrid>
                <a:gridCol w="1713525">
                  <a:extLst>
                    <a:ext uri="{9D8B030D-6E8A-4147-A177-3AD203B41FA5}">
                      <a16:colId xmlns:a16="http://schemas.microsoft.com/office/drawing/2014/main" val="20000"/>
                    </a:ext>
                  </a:extLst>
                </a:gridCol>
                <a:gridCol w="4934425">
                  <a:extLst>
                    <a:ext uri="{9D8B030D-6E8A-4147-A177-3AD203B41FA5}">
                      <a16:colId xmlns:a16="http://schemas.microsoft.com/office/drawing/2014/main" val="20001"/>
                    </a:ext>
                  </a:extLst>
                </a:gridCol>
                <a:gridCol w="4934425">
                  <a:extLst>
                    <a:ext uri="{9D8B030D-6E8A-4147-A177-3AD203B41FA5}">
                      <a16:colId xmlns:a16="http://schemas.microsoft.com/office/drawing/2014/main" val="20002"/>
                    </a:ext>
                  </a:extLst>
                </a:gridCol>
              </a:tblGrid>
              <a:tr h="801750">
                <a:tc>
                  <a:txBody>
                    <a:bodyPr/>
                    <a:lstStyle/>
                    <a:p>
                      <a:pPr marL="0" marR="0" lvl="0" indent="0" algn="l" rtl="0">
                        <a:spcBef>
                          <a:spcPts val="0"/>
                        </a:spcBef>
                        <a:spcAft>
                          <a:spcPts val="0"/>
                        </a:spcAft>
                        <a:buNone/>
                      </a:pPr>
                      <a:endParaRPr sz="1800">
                        <a:solidFill>
                          <a:schemeClr val="dk1"/>
                        </a:solidFill>
                        <a:latin typeface="Helvetica Neue"/>
                        <a:ea typeface="Helvetica Neue"/>
                        <a:cs typeface="Helvetica Neue"/>
                        <a:sym typeface="Helvetica Neue"/>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800">
                          <a:solidFill>
                            <a:schemeClr val="dk1"/>
                          </a:solidFill>
                          <a:latin typeface="Helvetica Neue"/>
                          <a:ea typeface="Helvetica Neue"/>
                          <a:cs typeface="Helvetica Neue"/>
                          <a:sym typeface="Helvetica Neue"/>
                        </a:rPr>
                        <a:t>OLTP</a:t>
                      </a:r>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2"/>
                    </a:solidFill>
                  </a:tcPr>
                </a:tc>
                <a:tc>
                  <a:txBody>
                    <a:bodyPr/>
                    <a:lstStyle/>
                    <a:p>
                      <a:pPr marL="0" marR="0" lvl="0" indent="0" algn="ctr" rtl="0">
                        <a:spcBef>
                          <a:spcPts val="0"/>
                        </a:spcBef>
                        <a:spcAft>
                          <a:spcPts val="0"/>
                        </a:spcAft>
                        <a:buNone/>
                      </a:pPr>
                      <a:r>
                        <a:rPr lang="en-US" sz="1800">
                          <a:solidFill>
                            <a:schemeClr val="dk1"/>
                          </a:solidFill>
                          <a:latin typeface="Helvetica Neue"/>
                          <a:ea typeface="Helvetica Neue"/>
                          <a:cs typeface="Helvetica Neue"/>
                          <a:sym typeface="Helvetica Neue"/>
                        </a:rPr>
                        <a:t>OLAP</a:t>
                      </a:r>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2"/>
                    </a:solidFill>
                  </a:tcPr>
                </a:tc>
                <a:extLst>
                  <a:ext uri="{0D108BD9-81ED-4DB2-BD59-A6C34878D82A}">
                    <a16:rowId xmlns:a16="http://schemas.microsoft.com/office/drawing/2014/main" val="10000"/>
                  </a:ext>
                </a:extLst>
              </a:tr>
              <a:tr h="801750">
                <a:tc>
                  <a:txBody>
                    <a:bodyPr/>
                    <a:lstStyle/>
                    <a:p>
                      <a:pPr marL="0" marR="0" lvl="0" indent="0" algn="l" rtl="0">
                        <a:spcBef>
                          <a:spcPts val="0"/>
                        </a:spcBef>
                        <a:spcAft>
                          <a:spcPts val="0"/>
                        </a:spcAft>
                        <a:buNone/>
                      </a:pPr>
                      <a:r>
                        <a:rPr lang="en-US" sz="1800">
                          <a:solidFill>
                            <a:schemeClr val="dk1"/>
                          </a:solidFill>
                          <a:latin typeface="Helvetica Neue"/>
                          <a:ea typeface="Helvetica Neue"/>
                          <a:cs typeface="Helvetica Neue"/>
                          <a:sym typeface="Helvetica Neue"/>
                        </a:rPr>
                        <a:t>Stands for</a:t>
                      </a:r>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DEAF6"/>
                    </a:solidFill>
                  </a:tcPr>
                </a:tc>
                <a:tc>
                  <a:txBody>
                    <a:bodyPr/>
                    <a:lstStyle/>
                    <a:p>
                      <a:pPr marL="0" marR="0" lvl="0" indent="0" algn="l" rtl="0">
                        <a:spcBef>
                          <a:spcPts val="0"/>
                        </a:spcBef>
                        <a:spcAft>
                          <a:spcPts val="0"/>
                        </a:spcAft>
                        <a:buNone/>
                      </a:pPr>
                      <a:r>
                        <a:rPr lang="en-US" sz="1800" b="0">
                          <a:solidFill>
                            <a:schemeClr val="dk1"/>
                          </a:solidFill>
                          <a:latin typeface="Helvetica Neue"/>
                          <a:ea typeface="Helvetica Neue"/>
                          <a:cs typeface="Helvetica Neue"/>
                          <a:sym typeface="Helvetica Neue"/>
                        </a:rPr>
                        <a:t>Online Transaction Processing</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US" sz="1800" b="0">
                          <a:solidFill>
                            <a:schemeClr val="dk1"/>
                          </a:solidFill>
                          <a:latin typeface="Helvetica Neue"/>
                          <a:ea typeface="Helvetica Neue"/>
                          <a:cs typeface="Helvetica Neue"/>
                          <a:sym typeface="Helvetica Neue"/>
                        </a:rPr>
                        <a:t>Online Analytical Processing</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801750">
                <a:tc>
                  <a:txBody>
                    <a:bodyPr/>
                    <a:lstStyle/>
                    <a:p>
                      <a:pPr marL="0" marR="0" lvl="0" indent="0" algn="l" rtl="0">
                        <a:spcBef>
                          <a:spcPts val="0"/>
                        </a:spcBef>
                        <a:spcAft>
                          <a:spcPts val="0"/>
                        </a:spcAft>
                        <a:buNone/>
                      </a:pPr>
                      <a:r>
                        <a:rPr lang="en-US" sz="1800">
                          <a:solidFill>
                            <a:schemeClr val="dk1"/>
                          </a:solidFill>
                          <a:latin typeface="Helvetica Neue"/>
                          <a:ea typeface="Helvetica Neue"/>
                          <a:cs typeface="Helvetica Neue"/>
                          <a:sym typeface="Helvetica Neue"/>
                        </a:rPr>
                        <a:t>Purpose</a:t>
                      </a:r>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DEAF6"/>
                    </a:solidFill>
                  </a:tcPr>
                </a:tc>
                <a:tc>
                  <a:txBody>
                    <a:bodyPr/>
                    <a:lstStyle/>
                    <a:p>
                      <a:pPr marL="0" marR="0" lvl="0" indent="0" algn="l" rtl="0">
                        <a:spcBef>
                          <a:spcPts val="0"/>
                        </a:spcBef>
                        <a:spcAft>
                          <a:spcPts val="0"/>
                        </a:spcAft>
                        <a:buNone/>
                      </a:pPr>
                      <a:r>
                        <a:rPr lang="en-US" sz="1800" b="0">
                          <a:solidFill>
                            <a:schemeClr val="dk1"/>
                          </a:solidFill>
                          <a:latin typeface="Helvetica Neue"/>
                          <a:ea typeface="Helvetica Neue"/>
                          <a:cs typeface="Helvetica Neue"/>
                          <a:sym typeface="Helvetica Neue"/>
                        </a:rPr>
                        <a:t>To save the transactions immediately</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US" sz="1800" b="0">
                          <a:solidFill>
                            <a:schemeClr val="dk1"/>
                          </a:solidFill>
                          <a:latin typeface="Helvetica Neue"/>
                          <a:ea typeface="Helvetica Neue"/>
                          <a:cs typeface="Helvetica Neue"/>
                          <a:sym typeface="Helvetica Neue"/>
                        </a:rPr>
                        <a:t>Data derived from OLTP for analytical purposes</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801750">
                <a:tc>
                  <a:txBody>
                    <a:bodyPr/>
                    <a:lstStyle/>
                    <a:p>
                      <a:pPr marL="0" marR="0" lvl="0" indent="0" algn="l" rtl="0">
                        <a:lnSpc>
                          <a:spcPct val="100000"/>
                        </a:lnSpc>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Type of data</a:t>
                      </a:r>
                      <a:endParaRPr/>
                    </a:p>
                    <a:p>
                      <a:pPr marL="0" marR="0" lvl="0" indent="0" algn="l" rtl="0">
                        <a:spcBef>
                          <a:spcPts val="0"/>
                        </a:spcBef>
                        <a:spcAft>
                          <a:spcPts val="0"/>
                        </a:spcAft>
                        <a:buNone/>
                      </a:pPr>
                      <a:endParaRPr sz="1800">
                        <a:solidFill>
                          <a:schemeClr val="dk1"/>
                        </a:solidFill>
                        <a:latin typeface="Helvetica Neue"/>
                        <a:ea typeface="Helvetica Neue"/>
                        <a:cs typeface="Helvetica Neue"/>
                        <a:sym typeface="Helvetica Neue"/>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DEAF6"/>
                    </a:solidFill>
                  </a:tcPr>
                </a:tc>
                <a:tc>
                  <a:txBody>
                    <a:bodyPr/>
                    <a:lstStyle/>
                    <a:p>
                      <a:pPr marL="0" marR="0" lvl="0" indent="0" algn="l" rtl="0">
                        <a:spcBef>
                          <a:spcPts val="0"/>
                        </a:spcBef>
                        <a:spcAft>
                          <a:spcPts val="0"/>
                        </a:spcAft>
                        <a:buNone/>
                      </a:pPr>
                      <a:r>
                        <a:rPr lang="en-US" sz="1800" b="0">
                          <a:latin typeface="Helvetica Neue"/>
                          <a:ea typeface="Helvetica Neue"/>
                          <a:cs typeface="Helvetica Neue"/>
                          <a:sym typeface="Helvetica Neue"/>
                        </a:rPr>
                        <a:t>Current, operational data</a:t>
                      </a:r>
                      <a:endParaRPr sz="1800" b="0">
                        <a:solidFill>
                          <a:schemeClr val="dk1"/>
                        </a:solidFill>
                        <a:latin typeface="Helvetica Neue"/>
                        <a:ea typeface="Helvetica Neue"/>
                        <a:cs typeface="Helvetica Neue"/>
                        <a:sym typeface="Helvetica Neue"/>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US" sz="1800" b="0">
                          <a:latin typeface="Helvetica Neue"/>
                          <a:ea typeface="Helvetica Neue"/>
                          <a:cs typeface="Helvetica Neue"/>
                          <a:sym typeface="Helvetica Neue"/>
                        </a:rPr>
                        <a:t>Historical, consolidated data</a:t>
                      </a:r>
                      <a:endParaRPr sz="1800" b="0">
                        <a:solidFill>
                          <a:schemeClr val="dk1"/>
                        </a:solidFill>
                        <a:latin typeface="Helvetica Neue"/>
                        <a:ea typeface="Helvetica Neue"/>
                        <a:cs typeface="Helvetica Neue"/>
                        <a:sym typeface="Helvetica Neue"/>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801750">
                <a:tc>
                  <a:txBody>
                    <a:bodyPr/>
                    <a:lstStyle/>
                    <a:p>
                      <a:pPr marL="0" marR="0" lvl="0" indent="0" algn="l" rtl="0">
                        <a:spcBef>
                          <a:spcPts val="0"/>
                        </a:spcBef>
                        <a:spcAft>
                          <a:spcPts val="0"/>
                        </a:spcAft>
                        <a:buNone/>
                      </a:pPr>
                      <a:r>
                        <a:rPr lang="en-US" sz="1800">
                          <a:solidFill>
                            <a:schemeClr val="dk1"/>
                          </a:solidFill>
                          <a:latin typeface="Helvetica Neue"/>
                          <a:ea typeface="Helvetica Neue"/>
                          <a:cs typeface="Helvetica Neue"/>
                          <a:sym typeface="Helvetica Neue"/>
                        </a:rPr>
                        <a:t>Volume</a:t>
                      </a:r>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DEAF6"/>
                    </a:solidFill>
                  </a:tcPr>
                </a:tc>
                <a:tc>
                  <a:txBody>
                    <a:bodyPr/>
                    <a:lstStyle/>
                    <a:p>
                      <a:pPr marL="0" marR="0" lvl="0" indent="0" algn="l" rtl="0">
                        <a:spcBef>
                          <a:spcPts val="0"/>
                        </a:spcBef>
                        <a:spcAft>
                          <a:spcPts val="0"/>
                        </a:spcAft>
                        <a:buClr>
                          <a:schemeClr val="dk1"/>
                        </a:buClr>
                        <a:buSzPts val="1800"/>
                        <a:buFont typeface="Arial"/>
                        <a:buNone/>
                      </a:pPr>
                      <a:r>
                        <a:rPr lang="en-US" sz="1800" b="0">
                          <a:latin typeface="Helvetica Neue"/>
                          <a:ea typeface="Helvetica Neue"/>
                          <a:cs typeface="Helvetica Neue"/>
                          <a:sym typeface="Helvetica Neue"/>
                        </a:rPr>
                        <a:t>Handles many small transactions</a:t>
                      </a:r>
                      <a:endParaRPr sz="1800" b="0">
                        <a:solidFill>
                          <a:schemeClr val="dk1"/>
                        </a:solidFill>
                        <a:latin typeface="Helvetica Neue"/>
                        <a:ea typeface="Helvetica Neue"/>
                        <a:cs typeface="Helvetica Neue"/>
                        <a:sym typeface="Helvetica Neue"/>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Clr>
                          <a:schemeClr val="dk1"/>
                        </a:buClr>
                        <a:buSzPts val="1800"/>
                        <a:buFont typeface="Arial"/>
                        <a:buNone/>
                      </a:pPr>
                      <a:r>
                        <a:rPr lang="en-US" sz="1800" b="0">
                          <a:latin typeface="Helvetica Neue"/>
                          <a:ea typeface="Helvetica Neue"/>
                          <a:cs typeface="Helvetica Neue"/>
                          <a:sym typeface="Helvetica Neue"/>
                        </a:rPr>
                        <a:t>Handles fewer but large data sets</a:t>
                      </a:r>
                      <a:endParaRPr sz="1800" b="0">
                        <a:solidFill>
                          <a:schemeClr val="dk1"/>
                        </a:solidFill>
                        <a:latin typeface="Helvetica Neue"/>
                        <a:ea typeface="Helvetica Neue"/>
                        <a:cs typeface="Helvetica Neue"/>
                        <a:sym typeface="Helvetica Neue"/>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573150">
                <a:tc>
                  <a:txBody>
                    <a:bodyPr/>
                    <a:lstStyle/>
                    <a:p>
                      <a:pPr marL="0" marR="0" lvl="0" indent="0" algn="l" rtl="0">
                        <a:spcBef>
                          <a:spcPts val="0"/>
                        </a:spcBef>
                        <a:spcAft>
                          <a:spcPts val="0"/>
                        </a:spcAft>
                        <a:buNone/>
                      </a:pPr>
                      <a:r>
                        <a:rPr lang="en-US" sz="1800">
                          <a:solidFill>
                            <a:schemeClr val="dk1"/>
                          </a:solidFill>
                          <a:latin typeface="Helvetica Neue"/>
                          <a:ea typeface="Helvetica Neue"/>
                          <a:cs typeface="Helvetica Neue"/>
                          <a:sym typeface="Helvetica Neue"/>
                        </a:rPr>
                        <a:t>Optimization</a:t>
                      </a:r>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DEAF6"/>
                    </a:solidFill>
                  </a:tcPr>
                </a:tc>
                <a:tc>
                  <a:txBody>
                    <a:bodyPr/>
                    <a:lstStyle/>
                    <a:p>
                      <a:pPr marL="0" marR="0" lvl="0" indent="0" algn="l" rtl="0">
                        <a:spcBef>
                          <a:spcPts val="0"/>
                        </a:spcBef>
                        <a:spcAft>
                          <a:spcPts val="0"/>
                        </a:spcAft>
                        <a:buClr>
                          <a:schemeClr val="dk1"/>
                        </a:buClr>
                        <a:buSzPts val="1800"/>
                        <a:buFont typeface="Arial"/>
                        <a:buNone/>
                      </a:pPr>
                      <a:r>
                        <a:rPr lang="en-US" sz="1800" b="0">
                          <a:solidFill>
                            <a:schemeClr val="dk1"/>
                          </a:solidFill>
                          <a:latin typeface="Helvetica Neue"/>
                          <a:ea typeface="Helvetica Neue"/>
                          <a:cs typeface="Helvetica Neue"/>
                          <a:sym typeface="Helvetica Neue"/>
                        </a:rPr>
                        <a:t>For faster write</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Clr>
                          <a:schemeClr val="dk1"/>
                        </a:buClr>
                        <a:buSzPts val="1800"/>
                        <a:buFont typeface="Arial"/>
                        <a:buNone/>
                      </a:pPr>
                      <a:r>
                        <a:rPr lang="en-US" sz="1800" b="0">
                          <a:solidFill>
                            <a:schemeClr val="dk1"/>
                          </a:solidFill>
                          <a:latin typeface="Helvetica Neue"/>
                          <a:ea typeface="Helvetica Neue"/>
                          <a:cs typeface="Helvetica Neue"/>
                          <a:sym typeface="Helvetica Neue"/>
                        </a:rPr>
                        <a:t>For faster reads</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5"/>
                  </a:ext>
                </a:extLst>
              </a:tr>
              <a:tr h="801750">
                <a:tc>
                  <a:txBody>
                    <a:bodyPr/>
                    <a:lstStyle/>
                    <a:p>
                      <a:pPr marL="0" marR="0" lvl="0" indent="0" algn="l" rtl="0">
                        <a:spcBef>
                          <a:spcPts val="0"/>
                        </a:spcBef>
                        <a:spcAft>
                          <a:spcPts val="0"/>
                        </a:spcAft>
                        <a:buNone/>
                      </a:pPr>
                      <a:r>
                        <a:rPr lang="en-US" sz="1800">
                          <a:solidFill>
                            <a:schemeClr val="dk1"/>
                          </a:solidFill>
                          <a:latin typeface="Helvetica Neue"/>
                          <a:ea typeface="Helvetica Neue"/>
                          <a:cs typeface="Helvetica Neue"/>
                          <a:sym typeface="Helvetica Neue"/>
                        </a:rPr>
                        <a:t>Usage example</a:t>
                      </a:r>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DEAF6"/>
                    </a:solidFill>
                  </a:tcPr>
                </a:tc>
                <a:tc>
                  <a:txBody>
                    <a:bodyPr/>
                    <a:lstStyle/>
                    <a:p>
                      <a:pPr marL="285750" marR="0" lvl="0" indent="-285750" algn="l" rtl="0">
                        <a:spcBef>
                          <a:spcPts val="0"/>
                        </a:spcBef>
                        <a:spcAft>
                          <a:spcPts val="0"/>
                        </a:spcAft>
                        <a:buClr>
                          <a:schemeClr val="dk1"/>
                        </a:buClr>
                        <a:buSzPts val="1800"/>
                        <a:buFont typeface="Arial"/>
                        <a:buChar char="•"/>
                      </a:pPr>
                      <a:r>
                        <a:rPr lang="en-US" sz="1800" b="0">
                          <a:solidFill>
                            <a:schemeClr val="dk1"/>
                          </a:solidFill>
                          <a:latin typeface="Helvetica Neue"/>
                          <a:ea typeface="Helvetica Neue"/>
                          <a:cs typeface="Helvetica Neue"/>
                          <a:sym typeface="Helvetica Neue"/>
                        </a:rPr>
                        <a:t>Gpay transactions</a:t>
                      </a:r>
                      <a:endParaRPr/>
                    </a:p>
                    <a:p>
                      <a:pPr marL="285750" marR="0" lvl="0" indent="-285750" algn="l" rtl="0">
                        <a:spcBef>
                          <a:spcPts val="0"/>
                        </a:spcBef>
                        <a:spcAft>
                          <a:spcPts val="0"/>
                        </a:spcAft>
                        <a:buClr>
                          <a:schemeClr val="dk1"/>
                        </a:buClr>
                        <a:buSzPts val="1800"/>
                        <a:buFont typeface="Arial"/>
                        <a:buChar char="•"/>
                      </a:pPr>
                      <a:r>
                        <a:rPr lang="en-US" sz="1800" b="0">
                          <a:solidFill>
                            <a:schemeClr val="dk1"/>
                          </a:solidFill>
                          <a:latin typeface="Helvetica Neue"/>
                          <a:ea typeface="Helvetica Neue"/>
                          <a:cs typeface="Helvetica Neue"/>
                          <a:sym typeface="Helvetica Neue"/>
                        </a:rPr>
                        <a:t>Swipe records of your entry and exit in your office</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285750" marR="0" lvl="0" indent="-285750" algn="l" rtl="0">
                        <a:spcBef>
                          <a:spcPts val="0"/>
                        </a:spcBef>
                        <a:spcAft>
                          <a:spcPts val="0"/>
                        </a:spcAft>
                        <a:buClr>
                          <a:schemeClr val="dk1"/>
                        </a:buClr>
                        <a:buSzPts val="1800"/>
                        <a:buFont typeface="Arial"/>
                        <a:buChar char="•"/>
                      </a:pPr>
                      <a:r>
                        <a:rPr lang="en-US" sz="1800" b="0">
                          <a:solidFill>
                            <a:schemeClr val="dk1"/>
                          </a:solidFill>
                          <a:latin typeface="Helvetica Neue"/>
                          <a:ea typeface="Helvetica Neue"/>
                          <a:cs typeface="Helvetica Neue"/>
                          <a:sym typeface="Helvetica Neue"/>
                        </a:rPr>
                        <a:t>Gpay analysis on your spend</a:t>
                      </a:r>
                      <a:endParaRPr/>
                    </a:p>
                    <a:p>
                      <a:pPr marL="285750" marR="0" lvl="0" indent="-285750" algn="l" rtl="0">
                        <a:spcBef>
                          <a:spcPts val="0"/>
                        </a:spcBef>
                        <a:spcAft>
                          <a:spcPts val="0"/>
                        </a:spcAft>
                        <a:buClr>
                          <a:schemeClr val="dk1"/>
                        </a:buClr>
                        <a:buSzPts val="1800"/>
                        <a:buFont typeface="Arial"/>
                        <a:buChar char="•"/>
                      </a:pPr>
                      <a:r>
                        <a:rPr lang="en-US" sz="1800" b="0">
                          <a:solidFill>
                            <a:schemeClr val="dk1"/>
                          </a:solidFill>
                          <a:latin typeface="Helvetica Neue"/>
                          <a:ea typeface="Helvetica Neue"/>
                          <a:cs typeface="Helvetica Neue"/>
                          <a:sym typeface="Helvetica Neue"/>
                        </a:rPr>
                        <a:t>Attendance calculation with the swipe record</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6"/>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540"/>
        <p:cNvGrpSpPr/>
        <p:nvPr/>
      </p:nvGrpSpPr>
      <p:grpSpPr>
        <a:xfrm>
          <a:off x="0" y="0"/>
          <a:ext cx="0" cy="0"/>
          <a:chOff x="0" y="0"/>
          <a:chExt cx="0" cy="0"/>
        </a:xfrm>
      </p:grpSpPr>
      <p:sp>
        <p:nvSpPr>
          <p:cNvPr id="541" name="Google Shape;541;p47"/>
          <p:cNvSpPr txBox="1">
            <a:spLocks noGrp="1"/>
          </p:cNvSpPr>
          <p:nvPr>
            <p:ph type="title"/>
          </p:nvPr>
        </p:nvSpPr>
        <p:spPr>
          <a:xfrm>
            <a:off x="838200" y="160569"/>
            <a:ext cx="9321800" cy="76436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3200"/>
              <a:buFont typeface="Helvetica Neue"/>
              <a:buNone/>
            </a:pPr>
            <a:r>
              <a:rPr lang="en-US">
                <a:latin typeface="Helvetica Neue"/>
                <a:ea typeface="Helvetica Neue"/>
                <a:cs typeface="Helvetica Neue"/>
                <a:sym typeface="Helvetica Neue"/>
              </a:rPr>
              <a:t>OLAP – For insights</a:t>
            </a:r>
            <a:endParaRPr/>
          </a:p>
        </p:txBody>
      </p:sp>
      <p:pic>
        <p:nvPicPr>
          <p:cNvPr id="542" name="Google Shape;542;p47"/>
          <p:cNvPicPr preferRelativeResize="0"/>
          <p:nvPr/>
        </p:nvPicPr>
        <p:blipFill rotWithShape="1">
          <a:blip r:embed="rId3">
            <a:alphaModFix/>
          </a:blip>
          <a:srcRect/>
          <a:stretch/>
        </p:blipFill>
        <p:spPr>
          <a:xfrm>
            <a:off x="4510371" y="2782094"/>
            <a:ext cx="2438400" cy="2438400"/>
          </a:xfrm>
          <a:prstGeom prst="rect">
            <a:avLst/>
          </a:prstGeom>
          <a:noFill/>
          <a:ln>
            <a:noFill/>
          </a:ln>
        </p:spPr>
      </p:pic>
      <p:sp>
        <p:nvSpPr>
          <p:cNvPr id="543" name="Google Shape;543;p47"/>
          <p:cNvSpPr/>
          <p:nvPr/>
        </p:nvSpPr>
        <p:spPr>
          <a:xfrm>
            <a:off x="3926080" y="1423908"/>
            <a:ext cx="2332295" cy="947180"/>
          </a:xfrm>
          <a:prstGeom prst="wedgeEllipseCallout">
            <a:avLst>
              <a:gd name="adj1" fmla="val 4205"/>
              <a:gd name="adj2" fmla="val 103676"/>
            </a:avLst>
          </a:prstGeom>
          <a:solidFill>
            <a:schemeClr val="lt1"/>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dk1"/>
                </a:solidFill>
                <a:latin typeface="Helvetica Neue"/>
                <a:ea typeface="Helvetica Neue"/>
                <a:cs typeface="Helvetica Neue"/>
                <a:sym typeface="Helvetica Neue"/>
              </a:rPr>
              <a:t>Sharp enterprise-wide profitability dip</a:t>
            </a:r>
            <a:endParaRPr/>
          </a:p>
        </p:txBody>
      </p:sp>
      <p:sp>
        <p:nvSpPr>
          <p:cNvPr id="544" name="Google Shape;544;p47"/>
          <p:cNvSpPr/>
          <p:nvPr/>
        </p:nvSpPr>
        <p:spPr>
          <a:xfrm>
            <a:off x="1421546" y="1857647"/>
            <a:ext cx="2332295" cy="947180"/>
          </a:xfrm>
          <a:prstGeom prst="wedgeEllipseCallout">
            <a:avLst>
              <a:gd name="adj1" fmla="val 61165"/>
              <a:gd name="adj2" fmla="val 78175"/>
            </a:avLst>
          </a:prstGeom>
          <a:solidFill>
            <a:schemeClr val="lt1"/>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dk1"/>
                </a:solidFill>
                <a:latin typeface="Helvetica Neue"/>
                <a:ea typeface="Helvetica Neue"/>
                <a:cs typeface="Helvetica Neue"/>
                <a:sym typeface="Helvetica Neue"/>
              </a:rPr>
              <a:t>Sales OK, profitability down last 3 months</a:t>
            </a:r>
            <a:endParaRPr/>
          </a:p>
        </p:txBody>
      </p:sp>
      <p:sp>
        <p:nvSpPr>
          <p:cNvPr id="545" name="Google Shape;545;p47"/>
          <p:cNvSpPr/>
          <p:nvPr/>
        </p:nvSpPr>
        <p:spPr>
          <a:xfrm>
            <a:off x="381000" y="3013495"/>
            <a:ext cx="2332295" cy="947180"/>
          </a:xfrm>
          <a:prstGeom prst="wedgeEllipseCallout">
            <a:avLst>
              <a:gd name="adj1" fmla="val 82617"/>
              <a:gd name="adj2" fmla="val 8958"/>
            </a:avLst>
          </a:prstGeom>
          <a:solidFill>
            <a:schemeClr val="lt1"/>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dk1"/>
                </a:solidFill>
                <a:latin typeface="Helvetica Neue"/>
                <a:ea typeface="Helvetica Neue"/>
                <a:cs typeface="Helvetica Neue"/>
                <a:sym typeface="Helvetica Neue"/>
              </a:rPr>
              <a:t>Sharp reduction in European region</a:t>
            </a:r>
            <a:endParaRPr/>
          </a:p>
        </p:txBody>
      </p:sp>
      <p:sp>
        <p:nvSpPr>
          <p:cNvPr id="546" name="Google Shape;546;p47"/>
          <p:cNvSpPr/>
          <p:nvPr/>
        </p:nvSpPr>
        <p:spPr>
          <a:xfrm>
            <a:off x="720400" y="4191325"/>
            <a:ext cx="2332295" cy="1147313"/>
          </a:xfrm>
          <a:prstGeom prst="wedgeEllipseCallout">
            <a:avLst>
              <a:gd name="adj1" fmla="val 78918"/>
              <a:gd name="adj2" fmla="val -41471"/>
            </a:avLst>
          </a:prstGeom>
          <a:solidFill>
            <a:schemeClr val="lt1"/>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dk1"/>
                </a:solidFill>
                <a:latin typeface="Helvetica Neue"/>
                <a:ea typeface="Helvetica Neue"/>
                <a:cs typeface="Helvetica Neue"/>
                <a:sym typeface="Helvetica Neue"/>
              </a:rPr>
              <a:t>Increase in a few countries, flat in others, sharp decline in some</a:t>
            </a:r>
            <a:endParaRPr/>
          </a:p>
        </p:txBody>
      </p:sp>
      <p:sp>
        <p:nvSpPr>
          <p:cNvPr id="547" name="Google Shape;547;p47"/>
          <p:cNvSpPr/>
          <p:nvPr/>
        </p:nvSpPr>
        <p:spPr>
          <a:xfrm>
            <a:off x="1630344" y="5458579"/>
            <a:ext cx="2332295" cy="947180"/>
          </a:xfrm>
          <a:prstGeom prst="wedgeEllipseCallout">
            <a:avLst>
              <a:gd name="adj1" fmla="val 49329"/>
              <a:gd name="adj2" fmla="val -103975"/>
            </a:avLst>
          </a:prstGeom>
          <a:solidFill>
            <a:schemeClr val="lt1"/>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dk1"/>
                </a:solidFill>
                <a:latin typeface="Helvetica Neue"/>
                <a:ea typeface="Helvetica Neue"/>
                <a:cs typeface="Helvetica Neue"/>
                <a:sym typeface="Helvetica Neue"/>
              </a:rPr>
              <a:t>Sharp decline in EU countries, last 2 months</a:t>
            </a:r>
            <a:endParaRPr/>
          </a:p>
        </p:txBody>
      </p:sp>
      <p:sp>
        <p:nvSpPr>
          <p:cNvPr id="548" name="Google Shape;548;p47"/>
          <p:cNvSpPr/>
          <p:nvPr/>
        </p:nvSpPr>
        <p:spPr>
          <a:xfrm>
            <a:off x="4112439" y="5483128"/>
            <a:ext cx="2332295" cy="947180"/>
          </a:xfrm>
          <a:prstGeom prst="wedgeEllipseCallout">
            <a:avLst>
              <a:gd name="adj1" fmla="val 10802"/>
              <a:gd name="adj2" fmla="val -76770"/>
            </a:avLst>
          </a:prstGeom>
          <a:solidFill>
            <a:schemeClr val="lt1"/>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dk1"/>
                </a:solidFill>
                <a:latin typeface="Helvetica Neue"/>
                <a:ea typeface="Helvetica Neue"/>
                <a:cs typeface="Helvetica Neue"/>
                <a:sym typeface="Helvetica Neue"/>
              </a:rPr>
              <a:t>Direct costs OK, indirect costs up</a:t>
            </a:r>
            <a:endParaRPr/>
          </a:p>
        </p:txBody>
      </p:sp>
      <p:sp>
        <p:nvSpPr>
          <p:cNvPr id="549" name="Google Shape;549;p47"/>
          <p:cNvSpPr/>
          <p:nvPr/>
        </p:nvSpPr>
        <p:spPr>
          <a:xfrm>
            <a:off x="6470229" y="5208879"/>
            <a:ext cx="2332295" cy="947180"/>
          </a:xfrm>
          <a:prstGeom prst="wedgeEllipseCallout">
            <a:avLst>
              <a:gd name="adj1" fmla="val -39272"/>
              <a:gd name="adj2" fmla="val -72040"/>
            </a:avLst>
          </a:prstGeom>
          <a:solidFill>
            <a:schemeClr val="lt1"/>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dk1"/>
                </a:solidFill>
                <a:latin typeface="Helvetica Neue"/>
                <a:ea typeface="Helvetica Neue"/>
                <a:cs typeface="Helvetica Neue"/>
                <a:sym typeface="Helvetica Neue"/>
              </a:rPr>
              <a:t>Additional tax on some products in EU</a:t>
            </a:r>
            <a:endParaRPr/>
          </a:p>
        </p:txBody>
      </p:sp>
      <p:cxnSp>
        <p:nvCxnSpPr>
          <p:cNvPr id="550" name="Google Shape;550;p47"/>
          <p:cNvCxnSpPr/>
          <p:nvPr/>
        </p:nvCxnSpPr>
        <p:spPr>
          <a:xfrm flipH="1">
            <a:off x="3273918" y="1397479"/>
            <a:ext cx="396815" cy="207034"/>
          </a:xfrm>
          <a:prstGeom prst="straightConnector1">
            <a:avLst/>
          </a:prstGeom>
          <a:noFill/>
          <a:ln w="9525" cap="flat" cmpd="sng">
            <a:solidFill>
              <a:schemeClr val="accent1"/>
            </a:solidFill>
            <a:prstDash val="solid"/>
            <a:miter lim="800000"/>
            <a:headEnd type="none" w="sm" len="sm"/>
            <a:tailEnd type="triangle" w="med" len="med"/>
          </a:ln>
        </p:spPr>
      </p:cxnSp>
      <p:cxnSp>
        <p:nvCxnSpPr>
          <p:cNvPr id="551" name="Google Shape;551;p47"/>
          <p:cNvCxnSpPr/>
          <p:nvPr/>
        </p:nvCxnSpPr>
        <p:spPr>
          <a:xfrm flipH="1">
            <a:off x="1117314" y="2498783"/>
            <a:ext cx="204159" cy="330681"/>
          </a:xfrm>
          <a:prstGeom prst="straightConnector1">
            <a:avLst/>
          </a:prstGeom>
          <a:noFill/>
          <a:ln w="9525" cap="flat" cmpd="sng">
            <a:solidFill>
              <a:schemeClr val="accent1"/>
            </a:solidFill>
            <a:prstDash val="solid"/>
            <a:miter lim="800000"/>
            <a:headEnd type="none" w="sm" len="sm"/>
            <a:tailEnd type="triangle" w="med" len="med"/>
          </a:ln>
        </p:spPr>
      </p:cxnSp>
      <p:cxnSp>
        <p:nvCxnSpPr>
          <p:cNvPr id="552" name="Google Shape;552;p47"/>
          <p:cNvCxnSpPr/>
          <p:nvPr/>
        </p:nvCxnSpPr>
        <p:spPr>
          <a:xfrm>
            <a:off x="507714" y="3927892"/>
            <a:ext cx="74763" cy="385316"/>
          </a:xfrm>
          <a:prstGeom prst="straightConnector1">
            <a:avLst/>
          </a:prstGeom>
          <a:noFill/>
          <a:ln w="9525" cap="flat" cmpd="sng">
            <a:solidFill>
              <a:schemeClr val="accent1"/>
            </a:solidFill>
            <a:prstDash val="solid"/>
            <a:miter lim="800000"/>
            <a:headEnd type="none" w="sm" len="sm"/>
            <a:tailEnd type="triangle" w="med" len="med"/>
          </a:ln>
        </p:spPr>
      </p:cxnSp>
      <p:cxnSp>
        <p:nvCxnSpPr>
          <p:cNvPr id="553" name="Google Shape;553;p47"/>
          <p:cNvCxnSpPr/>
          <p:nvPr/>
        </p:nvCxnSpPr>
        <p:spPr>
          <a:xfrm>
            <a:off x="936162" y="5443266"/>
            <a:ext cx="267417" cy="301926"/>
          </a:xfrm>
          <a:prstGeom prst="straightConnector1">
            <a:avLst/>
          </a:prstGeom>
          <a:noFill/>
          <a:ln w="9525" cap="flat" cmpd="sng">
            <a:solidFill>
              <a:schemeClr val="accent1"/>
            </a:solidFill>
            <a:prstDash val="solid"/>
            <a:miter lim="800000"/>
            <a:headEnd type="none" w="sm" len="sm"/>
            <a:tailEnd type="triangle" w="med" len="med"/>
          </a:ln>
        </p:spPr>
      </p:cxnSp>
      <p:cxnSp>
        <p:nvCxnSpPr>
          <p:cNvPr id="554" name="Google Shape;554;p47"/>
          <p:cNvCxnSpPr/>
          <p:nvPr/>
        </p:nvCxnSpPr>
        <p:spPr>
          <a:xfrm rot="10800000" flipH="1">
            <a:off x="3800123" y="6391620"/>
            <a:ext cx="388193" cy="25877"/>
          </a:xfrm>
          <a:prstGeom prst="straightConnector1">
            <a:avLst/>
          </a:prstGeom>
          <a:noFill/>
          <a:ln w="9525" cap="flat" cmpd="sng">
            <a:solidFill>
              <a:schemeClr val="accent1"/>
            </a:solidFill>
            <a:prstDash val="solid"/>
            <a:miter lim="800000"/>
            <a:headEnd type="none" w="sm" len="sm"/>
            <a:tailEnd type="triangle" w="med" len="med"/>
          </a:ln>
        </p:spPr>
      </p:cxnSp>
      <p:cxnSp>
        <p:nvCxnSpPr>
          <p:cNvPr id="555" name="Google Shape;555;p47"/>
          <p:cNvCxnSpPr/>
          <p:nvPr/>
        </p:nvCxnSpPr>
        <p:spPr>
          <a:xfrm rot="10800000" flipH="1">
            <a:off x="6550565" y="6164826"/>
            <a:ext cx="383458" cy="117987"/>
          </a:xfrm>
          <a:prstGeom prst="straightConnector1">
            <a:avLst/>
          </a:prstGeom>
          <a:noFill/>
          <a:ln w="9525" cap="flat" cmpd="sng">
            <a:solidFill>
              <a:schemeClr val="accent1"/>
            </a:solidFill>
            <a:prstDash val="solid"/>
            <a:miter lim="800000"/>
            <a:headEnd type="none" w="sm" len="sm"/>
            <a:tailEnd type="triangle" w="med" len="med"/>
          </a:ln>
        </p:spPr>
      </p:cxnSp>
      <p:pic>
        <p:nvPicPr>
          <p:cNvPr id="556" name="Google Shape;556;p47" descr="CC-BY-SA">
            <a:hlinkClick r:id="rId4"/>
          </p:cNvPr>
          <p:cNvPicPr preferRelativeResize="0"/>
          <p:nvPr/>
        </p:nvPicPr>
        <p:blipFill rotWithShape="1">
          <a:blip r:embed="rId5">
            <a:alphaModFix/>
          </a:blip>
          <a:srcRect/>
          <a:stretch/>
        </p:blipFill>
        <p:spPr>
          <a:xfrm>
            <a:off x="4706203" y="4780532"/>
            <a:ext cx="762000" cy="142875"/>
          </a:xfrm>
          <a:prstGeom prst="rect">
            <a:avLst/>
          </a:prstGeom>
          <a:noFill/>
          <a:ln>
            <a:noFill/>
          </a:ln>
        </p:spPr>
      </p:pic>
      <p:sp>
        <p:nvSpPr>
          <p:cNvPr id="557" name="Google Shape;557;p47"/>
          <p:cNvSpPr/>
          <p:nvPr/>
        </p:nvSpPr>
        <p:spPr>
          <a:xfrm>
            <a:off x="8812081" y="1411388"/>
            <a:ext cx="2415396" cy="724619"/>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Helvetica Neue"/>
                <a:ea typeface="Helvetica Neue"/>
                <a:cs typeface="Helvetica Neue"/>
                <a:sym typeface="Helvetica Neue"/>
              </a:rPr>
              <a:t>Countrywide monthly sales for last 3 months?</a:t>
            </a:r>
            <a:endParaRPr/>
          </a:p>
        </p:txBody>
      </p:sp>
      <p:sp>
        <p:nvSpPr>
          <p:cNvPr id="558" name="Google Shape;558;p47"/>
          <p:cNvSpPr/>
          <p:nvPr/>
        </p:nvSpPr>
        <p:spPr>
          <a:xfrm>
            <a:off x="8809206" y="2340165"/>
            <a:ext cx="2415396" cy="724619"/>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Helvetica Neue"/>
                <a:ea typeface="Helvetica Neue"/>
                <a:cs typeface="Helvetica Neue"/>
                <a:sym typeface="Helvetica Neue"/>
              </a:rPr>
              <a:t>Monthly sales by worldwide regions?</a:t>
            </a:r>
            <a:endParaRPr/>
          </a:p>
        </p:txBody>
      </p:sp>
      <p:sp>
        <p:nvSpPr>
          <p:cNvPr id="559" name="Google Shape;559;p47"/>
          <p:cNvSpPr/>
          <p:nvPr/>
        </p:nvSpPr>
        <p:spPr>
          <a:xfrm>
            <a:off x="8806329" y="3251688"/>
            <a:ext cx="2415396" cy="724619"/>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Helvetica Neue"/>
                <a:ea typeface="Helvetica Neue"/>
                <a:cs typeface="Helvetica Neue"/>
                <a:sym typeface="Helvetica Neue"/>
              </a:rPr>
              <a:t>European sales by countries ?</a:t>
            </a:r>
            <a:endParaRPr/>
          </a:p>
        </p:txBody>
      </p:sp>
      <p:sp>
        <p:nvSpPr>
          <p:cNvPr id="560" name="Google Shape;560;p47"/>
          <p:cNvSpPr/>
          <p:nvPr/>
        </p:nvSpPr>
        <p:spPr>
          <a:xfrm>
            <a:off x="8820708" y="4145962"/>
            <a:ext cx="2415396" cy="724619"/>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Helvetica Neue"/>
                <a:ea typeface="Helvetica Neue"/>
                <a:cs typeface="Helvetica Neue"/>
                <a:sym typeface="Helvetica Neue"/>
              </a:rPr>
              <a:t>European sales by countries, products?</a:t>
            </a:r>
            <a:endParaRPr/>
          </a:p>
        </p:txBody>
      </p:sp>
      <p:sp>
        <p:nvSpPr>
          <p:cNvPr id="561" name="Google Shape;561;p47"/>
          <p:cNvSpPr/>
          <p:nvPr/>
        </p:nvSpPr>
        <p:spPr>
          <a:xfrm>
            <a:off x="8852338" y="5091991"/>
            <a:ext cx="2415396" cy="724619"/>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Helvetica Neue"/>
                <a:ea typeface="Helvetica Neue"/>
                <a:cs typeface="Helvetica Neue"/>
                <a:sym typeface="Helvetica Neue"/>
              </a:rPr>
              <a:t>Direct and indirect costs for EU countries?</a:t>
            </a:r>
            <a:endParaRPr/>
          </a:p>
        </p:txBody>
      </p:sp>
      <p:cxnSp>
        <p:nvCxnSpPr>
          <p:cNvPr id="562" name="Google Shape;562;p47"/>
          <p:cNvCxnSpPr/>
          <p:nvPr/>
        </p:nvCxnSpPr>
        <p:spPr>
          <a:xfrm>
            <a:off x="8622296" y="2032486"/>
            <a:ext cx="0" cy="396815"/>
          </a:xfrm>
          <a:prstGeom prst="straightConnector1">
            <a:avLst/>
          </a:prstGeom>
          <a:noFill/>
          <a:ln w="9525" cap="flat" cmpd="sng">
            <a:solidFill>
              <a:schemeClr val="dk1"/>
            </a:solidFill>
            <a:prstDash val="solid"/>
            <a:miter lim="800000"/>
            <a:headEnd type="none" w="sm" len="sm"/>
            <a:tailEnd type="triangle" w="med" len="med"/>
          </a:ln>
        </p:spPr>
      </p:cxnSp>
      <p:cxnSp>
        <p:nvCxnSpPr>
          <p:cNvPr id="563" name="Google Shape;563;p47"/>
          <p:cNvCxnSpPr/>
          <p:nvPr/>
        </p:nvCxnSpPr>
        <p:spPr>
          <a:xfrm>
            <a:off x="8633795" y="2958390"/>
            <a:ext cx="0" cy="396815"/>
          </a:xfrm>
          <a:prstGeom prst="straightConnector1">
            <a:avLst/>
          </a:prstGeom>
          <a:noFill/>
          <a:ln w="9525" cap="flat" cmpd="sng">
            <a:solidFill>
              <a:schemeClr val="dk1"/>
            </a:solidFill>
            <a:prstDash val="solid"/>
            <a:miter lim="800000"/>
            <a:headEnd type="none" w="sm" len="sm"/>
            <a:tailEnd type="triangle" w="med" len="med"/>
          </a:ln>
        </p:spPr>
      </p:cxnSp>
      <p:cxnSp>
        <p:nvCxnSpPr>
          <p:cNvPr id="564" name="Google Shape;564;p47"/>
          <p:cNvCxnSpPr/>
          <p:nvPr/>
        </p:nvCxnSpPr>
        <p:spPr>
          <a:xfrm>
            <a:off x="8648171" y="3800902"/>
            <a:ext cx="0" cy="396815"/>
          </a:xfrm>
          <a:prstGeom prst="straightConnector1">
            <a:avLst/>
          </a:prstGeom>
          <a:noFill/>
          <a:ln w="9525" cap="flat" cmpd="sng">
            <a:solidFill>
              <a:schemeClr val="dk1"/>
            </a:solidFill>
            <a:prstDash val="solid"/>
            <a:miter lim="800000"/>
            <a:headEnd type="none" w="sm" len="sm"/>
            <a:tailEnd type="triangle" w="med" len="med"/>
          </a:ln>
        </p:spPr>
      </p:cxnSp>
      <p:cxnSp>
        <p:nvCxnSpPr>
          <p:cNvPr id="565" name="Google Shape;565;p47"/>
          <p:cNvCxnSpPr/>
          <p:nvPr/>
        </p:nvCxnSpPr>
        <p:spPr>
          <a:xfrm>
            <a:off x="8645303" y="4850442"/>
            <a:ext cx="0" cy="396815"/>
          </a:xfrm>
          <a:prstGeom prst="straightConnector1">
            <a:avLst/>
          </a:prstGeom>
          <a:noFill/>
          <a:ln w="9525" cap="flat" cmpd="sng">
            <a:solidFill>
              <a:schemeClr val="dk1"/>
            </a:solidFill>
            <a:prstDash val="solid"/>
            <a:miter lim="800000"/>
            <a:headEnd type="none" w="sm" len="sm"/>
            <a:tailEnd type="triangle" w="med" len="med"/>
          </a:ln>
        </p:spPr>
      </p:cxn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569"/>
        <p:cNvGrpSpPr/>
        <p:nvPr/>
      </p:nvGrpSpPr>
      <p:grpSpPr>
        <a:xfrm>
          <a:off x="0" y="0"/>
          <a:ext cx="0" cy="0"/>
          <a:chOff x="0" y="0"/>
          <a:chExt cx="0" cy="0"/>
        </a:xfrm>
      </p:grpSpPr>
      <p:sp>
        <p:nvSpPr>
          <p:cNvPr id="570" name="Google Shape;570;p48"/>
          <p:cNvSpPr txBox="1">
            <a:spLocks noGrp="1"/>
          </p:cNvSpPr>
          <p:nvPr>
            <p:ph type="title"/>
          </p:nvPr>
        </p:nvSpPr>
        <p:spPr>
          <a:xfrm>
            <a:off x="838200" y="160569"/>
            <a:ext cx="9321800" cy="76436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3200"/>
              <a:buFont typeface="Helvetica Neue"/>
              <a:buNone/>
            </a:pPr>
            <a:r>
              <a:rPr lang="en-US"/>
              <a:t>Typical Calculations</a:t>
            </a:r>
            <a:endParaRPr/>
          </a:p>
        </p:txBody>
      </p:sp>
      <p:sp>
        <p:nvSpPr>
          <p:cNvPr id="571" name="Google Shape;571;p48"/>
          <p:cNvSpPr txBox="1"/>
          <p:nvPr/>
        </p:nvSpPr>
        <p:spPr>
          <a:xfrm>
            <a:off x="609600" y="1253331"/>
            <a:ext cx="10515600" cy="5444100"/>
          </a:xfrm>
          <a:prstGeom prst="rect">
            <a:avLst/>
          </a:prstGeom>
          <a:noFill/>
          <a:ln>
            <a:noFill/>
          </a:ln>
        </p:spPr>
        <p:txBody>
          <a:bodyPr spcFirstLastPara="1" wrap="square" lIns="91425" tIns="45700" rIns="91425" bIns="45700" anchor="t" anchorCtr="0">
            <a:noAutofit/>
          </a:bodyPr>
          <a:lstStyle/>
          <a:p>
            <a:pPr marL="228600" marR="0" lvl="0" indent="-228600" algn="l" rtl="0">
              <a:lnSpc>
                <a:spcPct val="200000"/>
              </a:lnSpc>
              <a:spcBef>
                <a:spcPts val="0"/>
              </a:spcBef>
              <a:spcAft>
                <a:spcPts val="0"/>
              </a:spcAft>
              <a:buClr>
                <a:schemeClr val="dk1"/>
              </a:buClr>
              <a:buSzPts val="1800"/>
              <a:buFont typeface="Noto Sans Symbols"/>
              <a:buChar char="⮚"/>
            </a:pPr>
            <a:r>
              <a:rPr lang="en-US" sz="1800">
                <a:solidFill>
                  <a:schemeClr val="dk1"/>
                </a:solidFill>
                <a:latin typeface="Helvetica Neue"/>
                <a:ea typeface="Helvetica Neue"/>
                <a:cs typeface="Helvetica Neue"/>
                <a:sym typeface="Helvetica Neue"/>
              </a:rPr>
              <a:t>Roll-ups to provide summaries and aggregations along the hierarchies of the dimensions.</a:t>
            </a:r>
            <a:endParaRPr/>
          </a:p>
          <a:p>
            <a:pPr marL="228600" marR="0" lvl="0" indent="-228600" algn="l" rtl="0">
              <a:lnSpc>
                <a:spcPct val="200000"/>
              </a:lnSpc>
              <a:spcBef>
                <a:spcPts val="1000"/>
              </a:spcBef>
              <a:spcAft>
                <a:spcPts val="0"/>
              </a:spcAft>
              <a:buClr>
                <a:schemeClr val="dk1"/>
              </a:buClr>
              <a:buSzPts val="1800"/>
              <a:buFont typeface="Noto Sans Symbols"/>
              <a:buChar char="⮚"/>
            </a:pPr>
            <a:r>
              <a:rPr lang="en-US" sz="1800">
                <a:solidFill>
                  <a:schemeClr val="dk1"/>
                </a:solidFill>
                <a:latin typeface="Helvetica Neue"/>
                <a:ea typeface="Helvetica Neue"/>
                <a:cs typeface="Helvetica Neue"/>
                <a:sym typeface="Helvetica Neue"/>
              </a:rPr>
              <a:t> Drill-downs from the top level to the lowest along the hierarchies of the dimensions,</a:t>
            </a:r>
            <a:endParaRPr/>
          </a:p>
          <a:p>
            <a:pPr marL="228600" marR="0" lvl="0" indent="-228600" algn="l" rtl="0">
              <a:lnSpc>
                <a:spcPct val="200000"/>
              </a:lnSpc>
              <a:spcBef>
                <a:spcPts val="1000"/>
              </a:spcBef>
              <a:spcAft>
                <a:spcPts val="0"/>
              </a:spcAft>
              <a:buClr>
                <a:schemeClr val="dk1"/>
              </a:buClr>
              <a:buSzPts val="1800"/>
              <a:buFont typeface="Noto Sans Symbols"/>
              <a:buChar char="⮚"/>
            </a:pPr>
            <a:r>
              <a:rPr lang="en-US" sz="1800">
                <a:solidFill>
                  <a:schemeClr val="dk1"/>
                </a:solidFill>
                <a:latin typeface="Helvetica Neue"/>
                <a:ea typeface="Helvetica Neue"/>
                <a:cs typeface="Helvetica Neue"/>
                <a:sym typeface="Helvetica Neue"/>
              </a:rPr>
              <a:t>in combinations among the dimensions.</a:t>
            </a:r>
            <a:endParaRPr/>
          </a:p>
          <a:p>
            <a:pPr marL="228600" marR="0" lvl="0" indent="-228600" algn="l" rtl="0">
              <a:lnSpc>
                <a:spcPct val="200000"/>
              </a:lnSpc>
              <a:spcBef>
                <a:spcPts val="1000"/>
              </a:spcBef>
              <a:spcAft>
                <a:spcPts val="0"/>
              </a:spcAft>
              <a:buClr>
                <a:schemeClr val="dk1"/>
              </a:buClr>
              <a:buSzPts val="1800"/>
              <a:buFont typeface="Noto Sans Symbols"/>
              <a:buChar char="⮚"/>
            </a:pPr>
            <a:r>
              <a:rPr lang="en-US" sz="1800">
                <a:solidFill>
                  <a:schemeClr val="dk1"/>
                </a:solidFill>
                <a:latin typeface="Helvetica Neue"/>
                <a:ea typeface="Helvetica Neue"/>
                <a:cs typeface="Helvetica Neue"/>
                <a:sym typeface="Helvetica Neue"/>
              </a:rPr>
              <a:t> Simple calculations, such as computation of margins (sales minus costs).</a:t>
            </a:r>
            <a:endParaRPr/>
          </a:p>
          <a:p>
            <a:pPr marL="228600" marR="0" lvl="0" indent="-228600" algn="l" rtl="0">
              <a:lnSpc>
                <a:spcPct val="200000"/>
              </a:lnSpc>
              <a:spcBef>
                <a:spcPts val="1000"/>
              </a:spcBef>
              <a:spcAft>
                <a:spcPts val="0"/>
              </a:spcAft>
              <a:buClr>
                <a:schemeClr val="dk1"/>
              </a:buClr>
              <a:buSzPts val="1800"/>
              <a:buFont typeface="Noto Sans Symbols"/>
              <a:buChar char="⮚"/>
            </a:pPr>
            <a:r>
              <a:rPr lang="en-US" sz="1800">
                <a:solidFill>
                  <a:schemeClr val="dk1"/>
                </a:solidFill>
                <a:latin typeface="Helvetica Neue"/>
                <a:ea typeface="Helvetica Neue"/>
                <a:cs typeface="Helvetica Neue"/>
                <a:sym typeface="Helvetica Neue"/>
              </a:rPr>
              <a:t> Share calculations to compute the percentage of parts to the whole.</a:t>
            </a:r>
            <a:endParaRPr/>
          </a:p>
          <a:p>
            <a:pPr marL="228600" marR="0" lvl="0" indent="-228600" algn="l" rtl="0">
              <a:lnSpc>
                <a:spcPct val="200000"/>
              </a:lnSpc>
              <a:spcBef>
                <a:spcPts val="1000"/>
              </a:spcBef>
              <a:spcAft>
                <a:spcPts val="0"/>
              </a:spcAft>
              <a:buClr>
                <a:schemeClr val="dk1"/>
              </a:buClr>
              <a:buSzPts val="1800"/>
              <a:buFont typeface="Noto Sans Symbols"/>
              <a:buChar char="⮚"/>
            </a:pPr>
            <a:r>
              <a:rPr lang="en-US" sz="1800">
                <a:solidFill>
                  <a:schemeClr val="dk1"/>
                </a:solidFill>
                <a:latin typeface="Helvetica Neue"/>
                <a:ea typeface="Helvetica Neue"/>
                <a:cs typeface="Helvetica Neue"/>
                <a:sym typeface="Helvetica Neue"/>
              </a:rPr>
              <a:t> Algebraic equations involving key performance indicators.</a:t>
            </a:r>
            <a:endParaRPr/>
          </a:p>
          <a:p>
            <a:pPr marL="228600" marR="0" lvl="0" indent="-228600" algn="l" rtl="0">
              <a:lnSpc>
                <a:spcPct val="200000"/>
              </a:lnSpc>
              <a:spcBef>
                <a:spcPts val="1000"/>
              </a:spcBef>
              <a:spcAft>
                <a:spcPts val="0"/>
              </a:spcAft>
              <a:buClr>
                <a:schemeClr val="dk1"/>
              </a:buClr>
              <a:buSzPts val="1800"/>
              <a:buFont typeface="Noto Sans Symbols"/>
              <a:buChar char="⮚"/>
            </a:pPr>
            <a:r>
              <a:rPr lang="en-US" sz="1800">
                <a:solidFill>
                  <a:schemeClr val="dk1"/>
                </a:solidFill>
                <a:latin typeface="Helvetica Neue"/>
                <a:ea typeface="Helvetica Neue"/>
                <a:cs typeface="Helvetica Neue"/>
                <a:sym typeface="Helvetica Neue"/>
              </a:rPr>
              <a:t> Moving averages and growth percentages.</a:t>
            </a:r>
            <a:endParaRPr/>
          </a:p>
          <a:p>
            <a:pPr marL="228600" marR="0" lvl="0" indent="-228600" algn="l" rtl="0">
              <a:lnSpc>
                <a:spcPct val="200000"/>
              </a:lnSpc>
              <a:spcBef>
                <a:spcPts val="1000"/>
              </a:spcBef>
              <a:spcAft>
                <a:spcPts val="0"/>
              </a:spcAft>
              <a:buClr>
                <a:schemeClr val="dk1"/>
              </a:buClr>
              <a:buSzPts val="1800"/>
              <a:buFont typeface="Noto Sans Symbols"/>
              <a:buChar char="⮚"/>
            </a:pPr>
            <a:r>
              <a:rPr lang="en-US" sz="1800">
                <a:solidFill>
                  <a:schemeClr val="dk1"/>
                </a:solidFill>
                <a:latin typeface="Helvetica Neue"/>
                <a:ea typeface="Helvetica Neue"/>
                <a:cs typeface="Helvetica Neue"/>
                <a:sym typeface="Helvetica Neue"/>
              </a:rPr>
              <a:t> Trend analysis using statistical methods.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7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7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7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7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7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71">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71">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7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575"/>
        <p:cNvGrpSpPr/>
        <p:nvPr/>
      </p:nvGrpSpPr>
      <p:grpSpPr>
        <a:xfrm>
          <a:off x="0" y="0"/>
          <a:ext cx="0" cy="0"/>
          <a:chOff x="0" y="0"/>
          <a:chExt cx="0" cy="0"/>
        </a:xfrm>
      </p:grpSpPr>
      <p:sp>
        <p:nvSpPr>
          <p:cNvPr id="576" name="Google Shape;576;p49"/>
          <p:cNvSpPr txBox="1">
            <a:spLocks noGrp="1"/>
          </p:cNvSpPr>
          <p:nvPr>
            <p:ph type="title"/>
          </p:nvPr>
        </p:nvSpPr>
        <p:spPr>
          <a:xfrm>
            <a:off x="838200" y="160569"/>
            <a:ext cx="9321800" cy="76436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3200"/>
              <a:buFont typeface="Helvetica Neue"/>
              <a:buNone/>
            </a:pPr>
            <a:r>
              <a:rPr lang="en-US">
                <a:latin typeface="Helvetica Neue"/>
                <a:ea typeface="Helvetica Neue"/>
                <a:cs typeface="Helvetica Neue"/>
                <a:sym typeface="Helvetica Neue"/>
              </a:rPr>
              <a:t>OLAP operations</a:t>
            </a:r>
            <a:endParaRPr/>
          </a:p>
        </p:txBody>
      </p:sp>
      <p:graphicFrame>
        <p:nvGraphicFramePr>
          <p:cNvPr id="577" name="Google Shape;577;p49"/>
          <p:cNvGraphicFramePr/>
          <p:nvPr/>
        </p:nvGraphicFramePr>
        <p:xfrm>
          <a:off x="4278122" y="4010246"/>
          <a:ext cx="6511075" cy="1286875"/>
        </p:xfrm>
        <a:graphic>
          <a:graphicData uri="http://schemas.openxmlformats.org/drawingml/2006/table">
            <a:tbl>
              <a:tblPr firstRow="1" firstCol="1" bandRow="1">
                <a:noFill/>
                <a:tableStyleId>{131B6606-50E8-4F3F-95DB-24FF2E968E94}</a:tableStyleId>
              </a:tblPr>
              <a:tblGrid>
                <a:gridCol w="818225">
                  <a:extLst>
                    <a:ext uri="{9D8B030D-6E8A-4147-A177-3AD203B41FA5}">
                      <a16:colId xmlns:a16="http://schemas.microsoft.com/office/drawing/2014/main" val="20000"/>
                    </a:ext>
                  </a:extLst>
                </a:gridCol>
                <a:gridCol w="1001850">
                  <a:extLst>
                    <a:ext uri="{9D8B030D-6E8A-4147-A177-3AD203B41FA5}">
                      <a16:colId xmlns:a16="http://schemas.microsoft.com/office/drawing/2014/main" val="20001"/>
                    </a:ext>
                  </a:extLst>
                </a:gridCol>
                <a:gridCol w="936700">
                  <a:extLst>
                    <a:ext uri="{9D8B030D-6E8A-4147-A177-3AD203B41FA5}">
                      <a16:colId xmlns:a16="http://schemas.microsoft.com/office/drawing/2014/main" val="20002"/>
                    </a:ext>
                  </a:extLst>
                </a:gridCol>
                <a:gridCol w="938575">
                  <a:extLst>
                    <a:ext uri="{9D8B030D-6E8A-4147-A177-3AD203B41FA5}">
                      <a16:colId xmlns:a16="http://schemas.microsoft.com/office/drawing/2014/main" val="20003"/>
                    </a:ext>
                  </a:extLst>
                </a:gridCol>
                <a:gridCol w="961025">
                  <a:extLst>
                    <a:ext uri="{9D8B030D-6E8A-4147-A177-3AD203B41FA5}">
                      <a16:colId xmlns:a16="http://schemas.microsoft.com/office/drawing/2014/main" val="20004"/>
                    </a:ext>
                  </a:extLst>
                </a:gridCol>
                <a:gridCol w="928275">
                  <a:extLst>
                    <a:ext uri="{9D8B030D-6E8A-4147-A177-3AD203B41FA5}">
                      <a16:colId xmlns:a16="http://schemas.microsoft.com/office/drawing/2014/main" val="20005"/>
                    </a:ext>
                  </a:extLst>
                </a:gridCol>
                <a:gridCol w="926425">
                  <a:extLst>
                    <a:ext uri="{9D8B030D-6E8A-4147-A177-3AD203B41FA5}">
                      <a16:colId xmlns:a16="http://schemas.microsoft.com/office/drawing/2014/main" val="20006"/>
                    </a:ext>
                  </a:extLst>
                </a:gridCol>
              </a:tblGrid>
              <a:tr h="257375">
                <a:tc>
                  <a:txBody>
                    <a:bodyPr/>
                    <a:lstStyle/>
                    <a:p>
                      <a:pPr marL="0" marR="2540" lvl="0" indent="0" algn="ctr" rtl="0">
                        <a:lnSpc>
                          <a:spcPct val="107000"/>
                        </a:lnSpc>
                        <a:spcBef>
                          <a:spcPts val="0"/>
                        </a:spcBef>
                        <a:spcAft>
                          <a:spcPts val="0"/>
                        </a:spcAft>
                        <a:buNone/>
                      </a:pPr>
                      <a:r>
                        <a:rPr lang="en-US" sz="1200">
                          <a:solidFill>
                            <a:schemeClr val="dk1"/>
                          </a:solidFill>
                        </a:rPr>
                        <a:t>YEAR</a:t>
                      </a:r>
                      <a:endParaRPr sz="1100">
                        <a:solidFill>
                          <a:schemeClr val="dk1"/>
                        </a:solidFill>
                        <a:latin typeface="Times New Roman"/>
                        <a:ea typeface="Times New Roman"/>
                        <a:cs typeface="Times New Roman"/>
                        <a:sym typeface="Times New Roman"/>
                      </a:endParaRPr>
                    </a:p>
                  </a:txBody>
                  <a:tcPr marL="23500" marR="19675" marT="26675" marB="0">
                    <a:solidFill>
                      <a:schemeClr val="lt1"/>
                    </a:solidFill>
                  </a:tcPr>
                </a:tc>
                <a:tc>
                  <a:txBody>
                    <a:bodyPr/>
                    <a:lstStyle/>
                    <a:p>
                      <a:pPr marL="0" marR="8890" lvl="0" indent="0" algn="ctr" rtl="0">
                        <a:lnSpc>
                          <a:spcPct val="107000"/>
                        </a:lnSpc>
                        <a:spcBef>
                          <a:spcPts val="0"/>
                        </a:spcBef>
                        <a:spcAft>
                          <a:spcPts val="0"/>
                        </a:spcAft>
                        <a:buNone/>
                      </a:pPr>
                      <a:r>
                        <a:rPr lang="en-US" sz="1200">
                          <a:solidFill>
                            <a:schemeClr val="dk1"/>
                          </a:solidFill>
                        </a:rPr>
                        <a:t>Clothing</a:t>
                      </a:r>
                      <a:endParaRPr sz="1100">
                        <a:solidFill>
                          <a:schemeClr val="dk1"/>
                        </a:solidFill>
                        <a:latin typeface="Times New Roman"/>
                        <a:ea typeface="Times New Roman"/>
                        <a:cs typeface="Times New Roman"/>
                        <a:sym typeface="Times New Roman"/>
                      </a:endParaRPr>
                    </a:p>
                  </a:txBody>
                  <a:tcPr marL="23500" marR="19675" marT="26675" marB="0">
                    <a:solidFill>
                      <a:schemeClr val="lt1"/>
                    </a:solidFill>
                  </a:tcPr>
                </a:tc>
                <a:tc>
                  <a:txBody>
                    <a:bodyPr/>
                    <a:lstStyle/>
                    <a:p>
                      <a:pPr marL="47625" marR="0" lvl="0" indent="0" algn="ctr" rtl="0">
                        <a:lnSpc>
                          <a:spcPct val="107000"/>
                        </a:lnSpc>
                        <a:spcBef>
                          <a:spcPts val="0"/>
                        </a:spcBef>
                        <a:spcAft>
                          <a:spcPts val="0"/>
                        </a:spcAft>
                        <a:buNone/>
                      </a:pPr>
                      <a:r>
                        <a:rPr lang="en-US" sz="1200">
                          <a:solidFill>
                            <a:schemeClr val="dk1"/>
                          </a:solidFill>
                        </a:rPr>
                        <a:t>Electronics</a:t>
                      </a:r>
                      <a:endParaRPr sz="1100">
                        <a:solidFill>
                          <a:schemeClr val="dk1"/>
                        </a:solidFill>
                        <a:latin typeface="Times New Roman"/>
                        <a:ea typeface="Times New Roman"/>
                        <a:cs typeface="Times New Roman"/>
                        <a:sym typeface="Times New Roman"/>
                      </a:endParaRPr>
                    </a:p>
                  </a:txBody>
                  <a:tcPr marL="23500" marR="19675" marT="26675" marB="0">
                    <a:solidFill>
                      <a:schemeClr val="lt1"/>
                    </a:solidFill>
                  </a:tcPr>
                </a:tc>
                <a:tc>
                  <a:txBody>
                    <a:bodyPr/>
                    <a:lstStyle/>
                    <a:p>
                      <a:pPr marL="0" marR="4445" lvl="0" indent="0" algn="ctr" rtl="0">
                        <a:lnSpc>
                          <a:spcPct val="107000"/>
                        </a:lnSpc>
                        <a:spcBef>
                          <a:spcPts val="0"/>
                        </a:spcBef>
                        <a:spcAft>
                          <a:spcPts val="0"/>
                        </a:spcAft>
                        <a:buNone/>
                      </a:pPr>
                      <a:r>
                        <a:rPr lang="en-US" sz="1200">
                          <a:solidFill>
                            <a:schemeClr val="dk1"/>
                          </a:solidFill>
                        </a:rPr>
                        <a:t>Video</a:t>
                      </a:r>
                      <a:endParaRPr sz="1100">
                        <a:solidFill>
                          <a:schemeClr val="dk1"/>
                        </a:solidFill>
                        <a:latin typeface="Times New Roman"/>
                        <a:ea typeface="Times New Roman"/>
                        <a:cs typeface="Times New Roman"/>
                        <a:sym typeface="Times New Roman"/>
                      </a:endParaRPr>
                    </a:p>
                  </a:txBody>
                  <a:tcPr marL="23500" marR="19675" marT="26675" marB="0">
                    <a:solidFill>
                      <a:schemeClr val="lt1"/>
                    </a:solidFill>
                  </a:tcPr>
                </a:tc>
                <a:tc>
                  <a:txBody>
                    <a:bodyPr/>
                    <a:lstStyle/>
                    <a:p>
                      <a:pPr marL="0" marR="5715" lvl="0" indent="0" algn="ctr" rtl="0">
                        <a:lnSpc>
                          <a:spcPct val="107000"/>
                        </a:lnSpc>
                        <a:spcBef>
                          <a:spcPts val="0"/>
                        </a:spcBef>
                        <a:spcAft>
                          <a:spcPts val="0"/>
                        </a:spcAft>
                        <a:buNone/>
                      </a:pPr>
                      <a:r>
                        <a:rPr lang="en-US" sz="1200">
                          <a:solidFill>
                            <a:schemeClr val="dk1"/>
                          </a:solidFill>
                        </a:rPr>
                        <a:t>Kitchen</a:t>
                      </a:r>
                      <a:endParaRPr sz="1100">
                        <a:solidFill>
                          <a:schemeClr val="dk1"/>
                        </a:solidFill>
                        <a:latin typeface="Times New Roman"/>
                        <a:ea typeface="Times New Roman"/>
                        <a:cs typeface="Times New Roman"/>
                        <a:sym typeface="Times New Roman"/>
                      </a:endParaRPr>
                    </a:p>
                  </a:txBody>
                  <a:tcPr marL="23500" marR="19675" marT="26675" marB="0">
                    <a:solidFill>
                      <a:schemeClr val="lt1"/>
                    </a:solidFill>
                  </a:tcPr>
                </a:tc>
                <a:tc>
                  <a:txBody>
                    <a:bodyPr/>
                    <a:lstStyle/>
                    <a:p>
                      <a:pPr marL="32385" marR="0" lvl="0" indent="0" algn="ctr" rtl="0">
                        <a:lnSpc>
                          <a:spcPct val="107000"/>
                        </a:lnSpc>
                        <a:spcBef>
                          <a:spcPts val="0"/>
                        </a:spcBef>
                        <a:spcAft>
                          <a:spcPts val="0"/>
                        </a:spcAft>
                        <a:buNone/>
                      </a:pPr>
                      <a:r>
                        <a:rPr lang="en-US" sz="1200">
                          <a:solidFill>
                            <a:schemeClr val="dk1"/>
                          </a:solidFill>
                        </a:rPr>
                        <a:t>Appliances</a:t>
                      </a:r>
                      <a:endParaRPr sz="1100">
                        <a:solidFill>
                          <a:schemeClr val="dk1"/>
                        </a:solidFill>
                        <a:latin typeface="Times New Roman"/>
                        <a:ea typeface="Times New Roman"/>
                        <a:cs typeface="Times New Roman"/>
                        <a:sym typeface="Times New Roman"/>
                      </a:endParaRPr>
                    </a:p>
                  </a:txBody>
                  <a:tcPr marL="23500" marR="19675" marT="26675" marB="0">
                    <a:solidFill>
                      <a:schemeClr val="lt1"/>
                    </a:solidFill>
                  </a:tcPr>
                </a:tc>
                <a:tc>
                  <a:txBody>
                    <a:bodyPr/>
                    <a:lstStyle/>
                    <a:p>
                      <a:pPr marL="0" marR="5715" lvl="0" indent="0" algn="ctr" rtl="0">
                        <a:lnSpc>
                          <a:spcPct val="107000"/>
                        </a:lnSpc>
                        <a:spcBef>
                          <a:spcPts val="0"/>
                        </a:spcBef>
                        <a:spcAft>
                          <a:spcPts val="0"/>
                        </a:spcAft>
                        <a:buNone/>
                      </a:pPr>
                      <a:r>
                        <a:rPr lang="en-US" sz="1200">
                          <a:solidFill>
                            <a:schemeClr val="dk1"/>
                          </a:solidFill>
                        </a:rPr>
                        <a:t>TOTAL</a:t>
                      </a:r>
                      <a:endParaRPr sz="1100">
                        <a:solidFill>
                          <a:schemeClr val="dk1"/>
                        </a:solidFill>
                        <a:latin typeface="Times New Roman"/>
                        <a:ea typeface="Times New Roman"/>
                        <a:cs typeface="Times New Roman"/>
                        <a:sym typeface="Times New Roman"/>
                      </a:endParaRPr>
                    </a:p>
                  </a:txBody>
                  <a:tcPr marL="23500" marR="19675" marT="26675" marB="0">
                    <a:solidFill>
                      <a:schemeClr val="lt1"/>
                    </a:solidFill>
                  </a:tcPr>
                </a:tc>
                <a:extLst>
                  <a:ext uri="{0D108BD9-81ED-4DB2-BD59-A6C34878D82A}">
                    <a16:rowId xmlns:a16="http://schemas.microsoft.com/office/drawing/2014/main" val="10000"/>
                  </a:ext>
                </a:extLst>
              </a:tr>
              <a:tr h="257375">
                <a:tc>
                  <a:txBody>
                    <a:bodyPr/>
                    <a:lstStyle/>
                    <a:p>
                      <a:pPr marL="0" marR="2540" lvl="0" indent="0" algn="ctr" rtl="0">
                        <a:lnSpc>
                          <a:spcPct val="107000"/>
                        </a:lnSpc>
                        <a:spcBef>
                          <a:spcPts val="0"/>
                        </a:spcBef>
                        <a:spcAft>
                          <a:spcPts val="0"/>
                        </a:spcAft>
                        <a:buNone/>
                      </a:pPr>
                      <a:r>
                        <a:rPr lang="en-US" sz="1200">
                          <a:solidFill>
                            <a:schemeClr val="dk1"/>
                          </a:solidFill>
                        </a:rPr>
                        <a:t>1998</a:t>
                      </a:r>
                      <a:endParaRPr sz="1100">
                        <a:solidFill>
                          <a:schemeClr val="dk1"/>
                        </a:solidFill>
                        <a:latin typeface="Times New Roman"/>
                        <a:ea typeface="Times New Roman"/>
                        <a:cs typeface="Times New Roman"/>
                        <a:sym typeface="Times New Roman"/>
                      </a:endParaRPr>
                    </a:p>
                  </a:txBody>
                  <a:tcPr marL="23500" marR="19675" marT="26675" marB="0">
                    <a:solidFill>
                      <a:schemeClr val="lt1"/>
                    </a:solidFill>
                  </a:tcPr>
                </a:tc>
                <a:tc>
                  <a:txBody>
                    <a:bodyPr/>
                    <a:lstStyle/>
                    <a:p>
                      <a:pPr marL="55880" marR="0" lvl="0" indent="0" algn="l" rtl="0">
                        <a:lnSpc>
                          <a:spcPct val="107000"/>
                        </a:lnSpc>
                        <a:spcBef>
                          <a:spcPts val="0"/>
                        </a:spcBef>
                        <a:spcAft>
                          <a:spcPts val="0"/>
                        </a:spcAft>
                        <a:buNone/>
                      </a:pPr>
                      <a:r>
                        <a:rPr lang="en-US" sz="1200">
                          <a:solidFill>
                            <a:schemeClr val="dk1"/>
                          </a:solidFill>
                        </a:rPr>
                        <a:t>$3,457,000</a:t>
                      </a:r>
                      <a:endParaRPr sz="1100">
                        <a:solidFill>
                          <a:schemeClr val="dk1"/>
                        </a:solidFill>
                        <a:latin typeface="Times New Roman"/>
                        <a:ea typeface="Times New Roman"/>
                        <a:cs typeface="Times New Roman"/>
                        <a:sym typeface="Times New Roman"/>
                      </a:endParaRPr>
                    </a:p>
                  </a:txBody>
                  <a:tcPr marL="23500" marR="19675" marT="26675" marB="0">
                    <a:solidFill>
                      <a:schemeClr val="lt1"/>
                    </a:solidFill>
                  </a:tcPr>
                </a:tc>
                <a:tc>
                  <a:txBody>
                    <a:bodyPr/>
                    <a:lstStyle/>
                    <a:p>
                      <a:pPr marL="0" marR="10160" lvl="0" indent="0" algn="r" rtl="0">
                        <a:lnSpc>
                          <a:spcPct val="107000"/>
                        </a:lnSpc>
                        <a:spcBef>
                          <a:spcPts val="0"/>
                        </a:spcBef>
                        <a:spcAft>
                          <a:spcPts val="0"/>
                        </a:spcAft>
                        <a:buNone/>
                      </a:pPr>
                      <a:r>
                        <a:rPr lang="en-US" sz="1200">
                          <a:solidFill>
                            <a:schemeClr val="dk1"/>
                          </a:solidFill>
                        </a:rPr>
                        <a:t>$5,894,800</a:t>
                      </a:r>
                      <a:endParaRPr sz="1100">
                        <a:solidFill>
                          <a:schemeClr val="dk1"/>
                        </a:solidFill>
                        <a:latin typeface="Times New Roman"/>
                        <a:ea typeface="Times New Roman"/>
                        <a:cs typeface="Times New Roman"/>
                        <a:sym typeface="Times New Roman"/>
                      </a:endParaRPr>
                    </a:p>
                  </a:txBody>
                  <a:tcPr marL="23500" marR="19675" marT="26675" marB="0">
                    <a:solidFill>
                      <a:schemeClr val="lt1"/>
                    </a:solidFill>
                  </a:tcPr>
                </a:tc>
                <a:tc>
                  <a:txBody>
                    <a:bodyPr/>
                    <a:lstStyle/>
                    <a:p>
                      <a:pPr marL="0" marR="10160" lvl="0" indent="0" algn="r" rtl="0">
                        <a:lnSpc>
                          <a:spcPct val="107000"/>
                        </a:lnSpc>
                        <a:spcBef>
                          <a:spcPts val="0"/>
                        </a:spcBef>
                        <a:spcAft>
                          <a:spcPts val="0"/>
                        </a:spcAft>
                        <a:buNone/>
                      </a:pPr>
                      <a:r>
                        <a:rPr lang="en-US" sz="1200">
                          <a:solidFill>
                            <a:schemeClr val="dk1"/>
                          </a:solidFill>
                        </a:rPr>
                        <a:t>$7,198,700</a:t>
                      </a:r>
                      <a:endParaRPr sz="1100">
                        <a:solidFill>
                          <a:schemeClr val="dk1"/>
                        </a:solidFill>
                        <a:latin typeface="Times New Roman"/>
                        <a:ea typeface="Times New Roman"/>
                        <a:cs typeface="Times New Roman"/>
                        <a:sym typeface="Times New Roman"/>
                      </a:endParaRPr>
                    </a:p>
                  </a:txBody>
                  <a:tcPr marL="23500" marR="19675" marT="26675" marB="0">
                    <a:solidFill>
                      <a:schemeClr val="lt1"/>
                    </a:solidFill>
                  </a:tcPr>
                </a:tc>
                <a:tc>
                  <a:txBody>
                    <a:bodyPr/>
                    <a:lstStyle/>
                    <a:p>
                      <a:pPr marL="0" marR="10160" lvl="0" indent="0" algn="r" rtl="0">
                        <a:lnSpc>
                          <a:spcPct val="107000"/>
                        </a:lnSpc>
                        <a:spcBef>
                          <a:spcPts val="0"/>
                        </a:spcBef>
                        <a:spcAft>
                          <a:spcPts val="0"/>
                        </a:spcAft>
                        <a:buNone/>
                      </a:pPr>
                      <a:r>
                        <a:rPr lang="en-US" sz="1200">
                          <a:solidFill>
                            <a:schemeClr val="dk1"/>
                          </a:solidFill>
                        </a:rPr>
                        <a:t>$4,875,400</a:t>
                      </a:r>
                      <a:endParaRPr sz="1100">
                        <a:solidFill>
                          <a:schemeClr val="dk1"/>
                        </a:solidFill>
                        <a:latin typeface="Times New Roman"/>
                        <a:ea typeface="Times New Roman"/>
                        <a:cs typeface="Times New Roman"/>
                        <a:sym typeface="Times New Roman"/>
                      </a:endParaRPr>
                    </a:p>
                  </a:txBody>
                  <a:tcPr marL="23500" marR="19675" marT="26675" marB="0">
                    <a:solidFill>
                      <a:schemeClr val="lt1"/>
                    </a:solidFill>
                  </a:tcPr>
                </a:tc>
                <a:tc>
                  <a:txBody>
                    <a:bodyPr/>
                    <a:lstStyle/>
                    <a:p>
                      <a:pPr marL="0" marR="10160" lvl="0" indent="0" algn="r" rtl="0">
                        <a:lnSpc>
                          <a:spcPct val="107000"/>
                        </a:lnSpc>
                        <a:spcBef>
                          <a:spcPts val="0"/>
                        </a:spcBef>
                        <a:spcAft>
                          <a:spcPts val="0"/>
                        </a:spcAft>
                        <a:buNone/>
                      </a:pPr>
                      <a:r>
                        <a:rPr lang="en-US" sz="1200">
                          <a:solidFill>
                            <a:schemeClr val="dk1"/>
                          </a:solidFill>
                        </a:rPr>
                        <a:t>$5,947,300</a:t>
                      </a:r>
                      <a:endParaRPr sz="1100">
                        <a:solidFill>
                          <a:schemeClr val="dk1"/>
                        </a:solidFill>
                        <a:latin typeface="Times New Roman"/>
                        <a:ea typeface="Times New Roman"/>
                        <a:cs typeface="Times New Roman"/>
                        <a:sym typeface="Times New Roman"/>
                      </a:endParaRPr>
                    </a:p>
                  </a:txBody>
                  <a:tcPr marL="23500" marR="19675" marT="26675" marB="0">
                    <a:solidFill>
                      <a:schemeClr val="lt1"/>
                    </a:solidFill>
                  </a:tcPr>
                </a:tc>
                <a:tc>
                  <a:txBody>
                    <a:bodyPr/>
                    <a:lstStyle/>
                    <a:p>
                      <a:pPr marL="23495" marR="0" lvl="0" indent="0" algn="just" rtl="0">
                        <a:lnSpc>
                          <a:spcPct val="107000"/>
                        </a:lnSpc>
                        <a:spcBef>
                          <a:spcPts val="0"/>
                        </a:spcBef>
                        <a:spcAft>
                          <a:spcPts val="0"/>
                        </a:spcAft>
                        <a:buNone/>
                      </a:pPr>
                      <a:r>
                        <a:rPr lang="en-US" sz="1200">
                          <a:solidFill>
                            <a:schemeClr val="dk1"/>
                          </a:solidFill>
                        </a:rPr>
                        <a:t>$27,373,200</a:t>
                      </a:r>
                      <a:endParaRPr sz="1100">
                        <a:solidFill>
                          <a:schemeClr val="dk1"/>
                        </a:solidFill>
                        <a:latin typeface="Times New Roman"/>
                        <a:ea typeface="Times New Roman"/>
                        <a:cs typeface="Times New Roman"/>
                        <a:sym typeface="Times New Roman"/>
                      </a:endParaRPr>
                    </a:p>
                  </a:txBody>
                  <a:tcPr marL="23500" marR="19675" marT="26675" marB="0">
                    <a:solidFill>
                      <a:schemeClr val="lt1"/>
                    </a:solidFill>
                  </a:tcPr>
                </a:tc>
                <a:extLst>
                  <a:ext uri="{0D108BD9-81ED-4DB2-BD59-A6C34878D82A}">
                    <a16:rowId xmlns:a16="http://schemas.microsoft.com/office/drawing/2014/main" val="10001"/>
                  </a:ext>
                </a:extLst>
              </a:tr>
              <a:tr h="257375">
                <a:tc>
                  <a:txBody>
                    <a:bodyPr/>
                    <a:lstStyle/>
                    <a:p>
                      <a:pPr marL="0" marR="2540" lvl="0" indent="0" algn="ctr" rtl="0">
                        <a:lnSpc>
                          <a:spcPct val="107000"/>
                        </a:lnSpc>
                        <a:spcBef>
                          <a:spcPts val="0"/>
                        </a:spcBef>
                        <a:spcAft>
                          <a:spcPts val="0"/>
                        </a:spcAft>
                        <a:buNone/>
                      </a:pPr>
                      <a:r>
                        <a:rPr lang="en-US" sz="1200">
                          <a:solidFill>
                            <a:schemeClr val="dk1"/>
                          </a:solidFill>
                        </a:rPr>
                        <a:t>1999</a:t>
                      </a:r>
                      <a:endParaRPr sz="1100">
                        <a:solidFill>
                          <a:schemeClr val="dk1"/>
                        </a:solidFill>
                        <a:latin typeface="Times New Roman"/>
                        <a:ea typeface="Times New Roman"/>
                        <a:cs typeface="Times New Roman"/>
                        <a:sym typeface="Times New Roman"/>
                      </a:endParaRPr>
                    </a:p>
                  </a:txBody>
                  <a:tcPr marL="23500" marR="19675" marT="26675" marB="0">
                    <a:solidFill>
                      <a:schemeClr val="lt1"/>
                    </a:solidFill>
                  </a:tcPr>
                </a:tc>
                <a:tc>
                  <a:txBody>
                    <a:bodyPr/>
                    <a:lstStyle/>
                    <a:p>
                      <a:pPr marL="55880" marR="0" lvl="0" indent="0" algn="l" rtl="0">
                        <a:lnSpc>
                          <a:spcPct val="107000"/>
                        </a:lnSpc>
                        <a:spcBef>
                          <a:spcPts val="0"/>
                        </a:spcBef>
                        <a:spcAft>
                          <a:spcPts val="0"/>
                        </a:spcAft>
                        <a:buNone/>
                      </a:pPr>
                      <a:r>
                        <a:rPr lang="en-US" sz="1200">
                          <a:solidFill>
                            <a:schemeClr val="dk1"/>
                          </a:solidFill>
                        </a:rPr>
                        <a:t>$3,590,050</a:t>
                      </a:r>
                      <a:endParaRPr sz="1100">
                        <a:solidFill>
                          <a:schemeClr val="dk1"/>
                        </a:solidFill>
                        <a:latin typeface="Times New Roman"/>
                        <a:ea typeface="Times New Roman"/>
                        <a:cs typeface="Times New Roman"/>
                        <a:sym typeface="Times New Roman"/>
                      </a:endParaRPr>
                    </a:p>
                  </a:txBody>
                  <a:tcPr marL="23500" marR="19675" marT="26675" marB="0">
                    <a:solidFill>
                      <a:schemeClr val="lt1"/>
                    </a:solidFill>
                  </a:tcPr>
                </a:tc>
                <a:tc>
                  <a:txBody>
                    <a:bodyPr/>
                    <a:lstStyle/>
                    <a:p>
                      <a:pPr marL="0" marR="10160" lvl="0" indent="0" algn="r" rtl="0">
                        <a:lnSpc>
                          <a:spcPct val="107000"/>
                        </a:lnSpc>
                        <a:spcBef>
                          <a:spcPts val="0"/>
                        </a:spcBef>
                        <a:spcAft>
                          <a:spcPts val="0"/>
                        </a:spcAft>
                        <a:buNone/>
                      </a:pPr>
                      <a:r>
                        <a:rPr lang="en-US" sz="1200">
                          <a:solidFill>
                            <a:schemeClr val="dk1"/>
                          </a:solidFill>
                        </a:rPr>
                        <a:t>$4,078,900</a:t>
                      </a:r>
                      <a:endParaRPr sz="1100">
                        <a:solidFill>
                          <a:schemeClr val="dk1"/>
                        </a:solidFill>
                        <a:latin typeface="Times New Roman"/>
                        <a:ea typeface="Times New Roman"/>
                        <a:cs typeface="Times New Roman"/>
                        <a:sym typeface="Times New Roman"/>
                      </a:endParaRPr>
                    </a:p>
                  </a:txBody>
                  <a:tcPr marL="23500" marR="19675" marT="26675" marB="0">
                    <a:solidFill>
                      <a:schemeClr val="lt1"/>
                    </a:solidFill>
                  </a:tcPr>
                </a:tc>
                <a:tc>
                  <a:txBody>
                    <a:bodyPr/>
                    <a:lstStyle/>
                    <a:p>
                      <a:pPr marL="0" marR="10160" lvl="0" indent="0" algn="r" rtl="0">
                        <a:lnSpc>
                          <a:spcPct val="107000"/>
                        </a:lnSpc>
                        <a:spcBef>
                          <a:spcPts val="0"/>
                        </a:spcBef>
                        <a:spcAft>
                          <a:spcPts val="0"/>
                        </a:spcAft>
                        <a:buNone/>
                      </a:pPr>
                      <a:r>
                        <a:rPr lang="en-US" sz="1200">
                          <a:solidFill>
                            <a:schemeClr val="dk1"/>
                          </a:solidFill>
                        </a:rPr>
                        <a:t>$6,057,890</a:t>
                      </a:r>
                      <a:endParaRPr sz="1100">
                        <a:solidFill>
                          <a:schemeClr val="dk1"/>
                        </a:solidFill>
                        <a:latin typeface="Times New Roman"/>
                        <a:ea typeface="Times New Roman"/>
                        <a:cs typeface="Times New Roman"/>
                        <a:sym typeface="Times New Roman"/>
                      </a:endParaRPr>
                    </a:p>
                  </a:txBody>
                  <a:tcPr marL="23500" marR="19675" marT="26675" marB="0">
                    <a:solidFill>
                      <a:schemeClr val="lt1"/>
                    </a:solidFill>
                  </a:tcPr>
                </a:tc>
                <a:tc>
                  <a:txBody>
                    <a:bodyPr/>
                    <a:lstStyle/>
                    <a:p>
                      <a:pPr marL="0" marR="10160" lvl="0" indent="0" algn="r" rtl="0">
                        <a:lnSpc>
                          <a:spcPct val="107000"/>
                        </a:lnSpc>
                        <a:spcBef>
                          <a:spcPts val="0"/>
                        </a:spcBef>
                        <a:spcAft>
                          <a:spcPts val="0"/>
                        </a:spcAft>
                        <a:buNone/>
                      </a:pPr>
                      <a:r>
                        <a:rPr lang="en-US" sz="1200">
                          <a:solidFill>
                            <a:schemeClr val="dk1"/>
                          </a:solidFill>
                        </a:rPr>
                        <a:t>$5,894,500</a:t>
                      </a:r>
                      <a:endParaRPr sz="1100">
                        <a:solidFill>
                          <a:schemeClr val="dk1"/>
                        </a:solidFill>
                        <a:latin typeface="Times New Roman"/>
                        <a:ea typeface="Times New Roman"/>
                        <a:cs typeface="Times New Roman"/>
                        <a:sym typeface="Times New Roman"/>
                      </a:endParaRPr>
                    </a:p>
                  </a:txBody>
                  <a:tcPr marL="23500" marR="19675" marT="26675" marB="0">
                    <a:solidFill>
                      <a:schemeClr val="lt1"/>
                    </a:solidFill>
                  </a:tcPr>
                </a:tc>
                <a:tc>
                  <a:txBody>
                    <a:bodyPr/>
                    <a:lstStyle/>
                    <a:p>
                      <a:pPr marL="0" marR="10160" lvl="0" indent="0" algn="r" rtl="0">
                        <a:lnSpc>
                          <a:spcPct val="107000"/>
                        </a:lnSpc>
                        <a:spcBef>
                          <a:spcPts val="0"/>
                        </a:spcBef>
                        <a:spcAft>
                          <a:spcPts val="0"/>
                        </a:spcAft>
                        <a:buNone/>
                      </a:pPr>
                      <a:r>
                        <a:rPr lang="en-US" sz="1200">
                          <a:solidFill>
                            <a:schemeClr val="dk1"/>
                          </a:solidFill>
                        </a:rPr>
                        <a:t>$6,104,500</a:t>
                      </a:r>
                      <a:endParaRPr sz="1100">
                        <a:solidFill>
                          <a:schemeClr val="dk1"/>
                        </a:solidFill>
                        <a:latin typeface="Times New Roman"/>
                        <a:ea typeface="Times New Roman"/>
                        <a:cs typeface="Times New Roman"/>
                        <a:sym typeface="Times New Roman"/>
                      </a:endParaRPr>
                    </a:p>
                  </a:txBody>
                  <a:tcPr marL="23500" marR="19675" marT="26675" marB="0">
                    <a:solidFill>
                      <a:schemeClr val="lt1"/>
                    </a:solidFill>
                  </a:tcPr>
                </a:tc>
                <a:tc>
                  <a:txBody>
                    <a:bodyPr/>
                    <a:lstStyle/>
                    <a:p>
                      <a:pPr marL="23495" marR="0" lvl="0" indent="0" algn="just" rtl="0">
                        <a:lnSpc>
                          <a:spcPct val="107000"/>
                        </a:lnSpc>
                        <a:spcBef>
                          <a:spcPts val="0"/>
                        </a:spcBef>
                        <a:spcAft>
                          <a:spcPts val="0"/>
                        </a:spcAft>
                        <a:buNone/>
                      </a:pPr>
                      <a:r>
                        <a:rPr lang="en-US" sz="1200">
                          <a:solidFill>
                            <a:schemeClr val="dk1"/>
                          </a:solidFill>
                        </a:rPr>
                        <a:t>$25,725,840</a:t>
                      </a:r>
                      <a:endParaRPr sz="1100">
                        <a:solidFill>
                          <a:schemeClr val="dk1"/>
                        </a:solidFill>
                        <a:latin typeface="Times New Roman"/>
                        <a:ea typeface="Times New Roman"/>
                        <a:cs typeface="Times New Roman"/>
                        <a:sym typeface="Times New Roman"/>
                      </a:endParaRPr>
                    </a:p>
                  </a:txBody>
                  <a:tcPr marL="23500" marR="19675" marT="26675" marB="0">
                    <a:solidFill>
                      <a:schemeClr val="lt1"/>
                    </a:solidFill>
                  </a:tcPr>
                </a:tc>
                <a:extLst>
                  <a:ext uri="{0D108BD9-81ED-4DB2-BD59-A6C34878D82A}">
                    <a16:rowId xmlns:a16="http://schemas.microsoft.com/office/drawing/2014/main" val="10002"/>
                  </a:ext>
                </a:extLst>
              </a:tr>
              <a:tr h="257375">
                <a:tc>
                  <a:txBody>
                    <a:bodyPr/>
                    <a:lstStyle/>
                    <a:p>
                      <a:pPr marL="0" marR="2540" lvl="0" indent="0" algn="ctr" rtl="0">
                        <a:lnSpc>
                          <a:spcPct val="107000"/>
                        </a:lnSpc>
                        <a:spcBef>
                          <a:spcPts val="0"/>
                        </a:spcBef>
                        <a:spcAft>
                          <a:spcPts val="0"/>
                        </a:spcAft>
                        <a:buNone/>
                      </a:pPr>
                      <a:r>
                        <a:rPr lang="en-US" sz="1200">
                          <a:solidFill>
                            <a:schemeClr val="dk1"/>
                          </a:solidFill>
                        </a:rPr>
                        <a:t>2000</a:t>
                      </a:r>
                      <a:endParaRPr sz="1100">
                        <a:solidFill>
                          <a:schemeClr val="dk1"/>
                        </a:solidFill>
                        <a:latin typeface="Times New Roman"/>
                        <a:ea typeface="Times New Roman"/>
                        <a:cs typeface="Times New Roman"/>
                        <a:sym typeface="Times New Roman"/>
                      </a:endParaRPr>
                    </a:p>
                  </a:txBody>
                  <a:tcPr marL="23500" marR="19675" marT="26675" marB="0">
                    <a:solidFill>
                      <a:schemeClr val="lt1"/>
                    </a:solidFill>
                  </a:tcPr>
                </a:tc>
                <a:tc>
                  <a:txBody>
                    <a:bodyPr/>
                    <a:lstStyle/>
                    <a:p>
                      <a:pPr marL="55880" marR="0" lvl="0" indent="0" algn="l" rtl="0">
                        <a:lnSpc>
                          <a:spcPct val="107000"/>
                        </a:lnSpc>
                        <a:spcBef>
                          <a:spcPts val="0"/>
                        </a:spcBef>
                        <a:spcAft>
                          <a:spcPts val="0"/>
                        </a:spcAft>
                        <a:buNone/>
                      </a:pPr>
                      <a:r>
                        <a:rPr lang="en-US" sz="1200">
                          <a:solidFill>
                            <a:schemeClr val="dk1"/>
                          </a:solidFill>
                        </a:rPr>
                        <a:t>$5,789,400</a:t>
                      </a:r>
                      <a:endParaRPr sz="1100">
                        <a:solidFill>
                          <a:schemeClr val="dk1"/>
                        </a:solidFill>
                        <a:latin typeface="Times New Roman"/>
                        <a:ea typeface="Times New Roman"/>
                        <a:cs typeface="Times New Roman"/>
                        <a:sym typeface="Times New Roman"/>
                      </a:endParaRPr>
                    </a:p>
                  </a:txBody>
                  <a:tcPr marL="23500" marR="19675" marT="26675" marB="0">
                    <a:solidFill>
                      <a:schemeClr val="lt1"/>
                    </a:solidFill>
                  </a:tcPr>
                </a:tc>
                <a:tc>
                  <a:txBody>
                    <a:bodyPr/>
                    <a:lstStyle/>
                    <a:p>
                      <a:pPr marL="0" marR="10160" lvl="0" indent="0" algn="r" rtl="0">
                        <a:lnSpc>
                          <a:spcPct val="107000"/>
                        </a:lnSpc>
                        <a:spcBef>
                          <a:spcPts val="0"/>
                        </a:spcBef>
                        <a:spcAft>
                          <a:spcPts val="0"/>
                        </a:spcAft>
                        <a:buNone/>
                      </a:pPr>
                      <a:r>
                        <a:rPr lang="en-US" sz="1200">
                          <a:solidFill>
                            <a:schemeClr val="dk1"/>
                          </a:solidFill>
                        </a:rPr>
                        <a:t>$6,094,600</a:t>
                      </a:r>
                      <a:endParaRPr sz="1100">
                        <a:solidFill>
                          <a:schemeClr val="dk1"/>
                        </a:solidFill>
                        <a:latin typeface="Times New Roman"/>
                        <a:ea typeface="Times New Roman"/>
                        <a:cs typeface="Times New Roman"/>
                        <a:sym typeface="Times New Roman"/>
                      </a:endParaRPr>
                    </a:p>
                  </a:txBody>
                  <a:tcPr marL="23500" marR="19675" marT="26675" marB="0">
                    <a:solidFill>
                      <a:schemeClr val="lt1"/>
                    </a:solidFill>
                  </a:tcPr>
                </a:tc>
                <a:tc>
                  <a:txBody>
                    <a:bodyPr/>
                    <a:lstStyle/>
                    <a:p>
                      <a:pPr marL="0" marR="10160" lvl="0" indent="0" algn="r" rtl="0">
                        <a:lnSpc>
                          <a:spcPct val="107000"/>
                        </a:lnSpc>
                        <a:spcBef>
                          <a:spcPts val="0"/>
                        </a:spcBef>
                        <a:spcAft>
                          <a:spcPts val="0"/>
                        </a:spcAft>
                        <a:buNone/>
                      </a:pPr>
                      <a:r>
                        <a:rPr lang="en-US" sz="1200">
                          <a:solidFill>
                            <a:schemeClr val="dk1"/>
                          </a:solidFill>
                        </a:rPr>
                        <a:t>$8,005,600</a:t>
                      </a:r>
                      <a:endParaRPr sz="1100">
                        <a:solidFill>
                          <a:schemeClr val="dk1"/>
                        </a:solidFill>
                        <a:latin typeface="Times New Roman"/>
                        <a:ea typeface="Times New Roman"/>
                        <a:cs typeface="Times New Roman"/>
                        <a:sym typeface="Times New Roman"/>
                      </a:endParaRPr>
                    </a:p>
                  </a:txBody>
                  <a:tcPr marL="23500" marR="19675" marT="26675" marB="0">
                    <a:solidFill>
                      <a:schemeClr val="lt1"/>
                    </a:solidFill>
                  </a:tcPr>
                </a:tc>
                <a:tc>
                  <a:txBody>
                    <a:bodyPr/>
                    <a:lstStyle/>
                    <a:p>
                      <a:pPr marL="0" marR="10160" lvl="0" indent="0" algn="r" rtl="0">
                        <a:lnSpc>
                          <a:spcPct val="107000"/>
                        </a:lnSpc>
                        <a:spcBef>
                          <a:spcPts val="0"/>
                        </a:spcBef>
                        <a:spcAft>
                          <a:spcPts val="0"/>
                        </a:spcAft>
                        <a:buNone/>
                      </a:pPr>
                      <a:r>
                        <a:rPr lang="en-US" sz="1200">
                          <a:solidFill>
                            <a:schemeClr val="dk1"/>
                          </a:solidFill>
                        </a:rPr>
                        <a:t>$6,934,500</a:t>
                      </a:r>
                      <a:endParaRPr sz="1100">
                        <a:solidFill>
                          <a:schemeClr val="dk1"/>
                        </a:solidFill>
                        <a:latin typeface="Times New Roman"/>
                        <a:ea typeface="Times New Roman"/>
                        <a:cs typeface="Times New Roman"/>
                        <a:sym typeface="Times New Roman"/>
                      </a:endParaRPr>
                    </a:p>
                  </a:txBody>
                  <a:tcPr marL="23500" marR="19675" marT="26675" marB="0">
                    <a:solidFill>
                      <a:schemeClr val="lt1"/>
                    </a:solidFill>
                  </a:tcPr>
                </a:tc>
                <a:tc>
                  <a:txBody>
                    <a:bodyPr/>
                    <a:lstStyle/>
                    <a:p>
                      <a:pPr marL="0" marR="10160" lvl="0" indent="0" algn="r" rtl="0">
                        <a:lnSpc>
                          <a:spcPct val="107000"/>
                        </a:lnSpc>
                        <a:spcBef>
                          <a:spcPts val="0"/>
                        </a:spcBef>
                        <a:spcAft>
                          <a:spcPts val="0"/>
                        </a:spcAft>
                        <a:buNone/>
                      </a:pPr>
                      <a:r>
                        <a:rPr lang="en-US" sz="1200">
                          <a:solidFill>
                            <a:schemeClr val="dk1"/>
                          </a:solidFill>
                        </a:rPr>
                        <a:t>$7,549,000</a:t>
                      </a:r>
                      <a:endParaRPr sz="1100">
                        <a:solidFill>
                          <a:schemeClr val="dk1"/>
                        </a:solidFill>
                        <a:latin typeface="Times New Roman"/>
                        <a:ea typeface="Times New Roman"/>
                        <a:cs typeface="Times New Roman"/>
                        <a:sym typeface="Times New Roman"/>
                      </a:endParaRPr>
                    </a:p>
                  </a:txBody>
                  <a:tcPr marL="23500" marR="19675" marT="26675" marB="0">
                    <a:solidFill>
                      <a:schemeClr val="lt1"/>
                    </a:solidFill>
                  </a:tcPr>
                </a:tc>
                <a:tc>
                  <a:txBody>
                    <a:bodyPr/>
                    <a:lstStyle/>
                    <a:p>
                      <a:pPr marL="23495" marR="0" lvl="0" indent="0" algn="just" rtl="0">
                        <a:lnSpc>
                          <a:spcPct val="107000"/>
                        </a:lnSpc>
                        <a:spcBef>
                          <a:spcPts val="0"/>
                        </a:spcBef>
                        <a:spcAft>
                          <a:spcPts val="0"/>
                        </a:spcAft>
                        <a:buNone/>
                      </a:pPr>
                      <a:r>
                        <a:rPr lang="en-US" sz="1200">
                          <a:solidFill>
                            <a:schemeClr val="dk1"/>
                          </a:solidFill>
                        </a:rPr>
                        <a:t>$34,373,100</a:t>
                      </a:r>
                      <a:endParaRPr sz="1100">
                        <a:solidFill>
                          <a:schemeClr val="dk1"/>
                        </a:solidFill>
                        <a:latin typeface="Times New Roman"/>
                        <a:ea typeface="Times New Roman"/>
                        <a:cs typeface="Times New Roman"/>
                        <a:sym typeface="Times New Roman"/>
                      </a:endParaRPr>
                    </a:p>
                  </a:txBody>
                  <a:tcPr marL="23500" marR="19675" marT="26675" marB="0">
                    <a:solidFill>
                      <a:schemeClr val="lt1"/>
                    </a:solidFill>
                  </a:tcPr>
                </a:tc>
                <a:extLst>
                  <a:ext uri="{0D108BD9-81ED-4DB2-BD59-A6C34878D82A}">
                    <a16:rowId xmlns:a16="http://schemas.microsoft.com/office/drawing/2014/main" val="10003"/>
                  </a:ext>
                </a:extLst>
              </a:tr>
              <a:tr h="257375">
                <a:tc>
                  <a:txBody>
                    <a:bodyPr/>
                    <a:lstStyle/>
                    <a:p>
                      <a:pPr marL="0" marR="5715" lvl="0" indent="0" algn="ctr" rtl="0">
                        <a:lnSpc>
                          <a:spcPct val="107000"/>
                        </a:lnSpc>
                        <a:spcBef>
                          <a:spcPts val="0"/>
                        </a:spcBef>
                        <a:spcAft>
                          <a:spcPts val="0"/>
                        </a:spcAft>
                        <a:buNone/>
                      </a:pPr>
                      <a:r>
                        <a:rPr lang="en-US" sz="1200">
                          <a:solidFill>
                            <a:schemeClr val="dk1"/>
                          </a:solidFill>
                        </a:rPr>
                        <a:t>Total</a:t>
                      </a:r>
                      <a:endParaRPr sz="1100">
                        <a:solidFill>
                          <a:schemeClr val="dk1"/>
                        </a:solidFill>
                        <a:latin typeface="Times New Roman"/>
                        <a:ea typeface="Times New Roman"/>
                        <a:cs typeface="Times New Roman"/>
                        <a:sym typeface="Times New Roman"/>
                      </a:endParaRPr>
                    </a:p>
                  </a:txBody>
                  <a:tcPr marL="23500" marR="19675" marT="26675" marB="0">
                    <a:solidFill>
                      <a:schemeClr val="lt1"/>
                    </a:solidFill>
                  </a:tcPr>
                </a:tc>
                <a:tc>
                  <a:txBody>
                    <a:bodyPr/>
                    <a:lstStyle/>
                    <a:p>
                      <a:pPr marL="0" marR="0" lvl="0" indent="0" algn="just" rtl="0">
                        <a:lnSpc>
                          <a:spcPct val="107000"/>
                        </a:lnSpc>
                        <a:spcBef>
                          <a:spcPts val="0"/>
                        </a:spcBef>
                        <a:spcAft>
                          <a:spcPts val="0"/>
                        </a:spcAft>
                        <a:buNone/>
                      </a:pPr>
                      <a:r>
                        <a:rPr lang="en-US" sz="1200">
                          <a:solidFill>
                            <a:schemeClr val="dk1"/>
                          </a:solidFill>
                        </a:rPr>
                        <a:t>$12,836,450</a:t>
                      </a:r>
                      <a:endParaRPr sz="1100">
                        <a:solidFill>
                          <a:schemeClr val="dk1"/>
                        </a:solidFill>
                        <a:latin typeface="Times New Roman"/>
                        <a:ea typeface="Times New Roman"/>
                        <a:cs typeface="Times New Roman"/>
                        <a:sym typeface="Times New Roman"/>
                      </a:endParaRPr>
                    </a:p>
                  </a:txBody>
                  <a:tcPr marL="23500" marR="19675" marT="26675" marB="0">
                    <a:solidFill>
                      <a:schemeClr val="lt1"/>
                    </a:solidFill>
                  </a:tcPr>
                </a:tc>
                <a:tc>
                  <a:txBody>
                    <a:bodyPr/>
                    <a:lstStyle/>
                    <a:p>
                      <a:pPr marL="30480" marR="0" lvl="0" indent="0" algn="l" rtl="0">
                        <a:lnSpc>
                          <a:spcPct val="107000"/>
                        </a:lnSpc>
                        <a:spcBef>
                          <a:spcPts val="0"/>
                        </a:spcBef>
                        <a:spcAft>
                          <a:spcPts val="0"/>
                        </a:spcAft>
                        <a:buNone/>
                      </a:pPr>
                      <a:r>
                        <a:rPr lang="en-US" sz="1200">
                          <a:solidFill>
                            <a:schemeClr val="dk1"/>
                          </a:solidFill>
                        </a:rPr>
                        <a:t>$16,068,300</a:t>
                      </a:r>
                      <a:endParaRPr sz="1100">
                        <a:solidFill>
                          <a:schemeClr val="dk1"/>
                        </a:solidFill>
                        <a:latin typeface="Times New Roman"/>
                        <a:ea typeface="Times New Roman"/>
                        <a:cs typeface="Times New Roman"/>
                        <a:sym typeface="Times New Roman"/>
                      </a:endParaRPr>
                    </a:p>
                  </a:txBody>
                  <a:tcPr marL="23500" marR="19675" marT="26675" marB="0">
                    <a:solidFill>
                      <a:schemeClr val="lt1"/>
                    </a:solidFill>
                  </a:tcPr>
                </a:tc>
                <a:tc>
                  <a:txBody>
                    <a:bodyPr/>
                    <a:lstStyle/>
                    <a:p>
                      <a:pPr marL="32385" marR="0" lvl="0" indent="0" algn="l" rtl="0">
                        <a:lnSpc>
                          <a:spcPct val="107000"/>
                        </a:lnSpc>
                        <a:spcBef>
                          <a:spcPts val="0"/>
                        </a:spcBef>
                        <a:spcAft>
                          <a:spcPts val="0"/>
                        </a:spcAft>
                        <a:buNone/>
                      </a:pPr>
                      <a:r>
                        <a:rPr lang="en-US" sz="1200">
                          <a:solidFill>
                            <a:schemeClr val="dk1"/>
                          </a:solidFill>
                        </a:rPr>
                        <a:t>$21,262,190</a:t>
                      </a:r>
                      <a:endParaRPr sz="1100">
                        <a:solidFill>
                          <a:schemeClr val="dk1"/>
                        </a:solidFill>
                        <a:latin typeface="Times New Roman"/>
                        <a:ea typeface="Times New Roman"/>
                        <a:cs typeface="Times New Roman"/>
                        <a:sym typeface="Times New Roman"/>
                      </a:endParaRPr>
                    </a:p>
                  </a:txBody>
                  <a:tcPr marL="23500" marR="19675" marT="26675" marB="0">
                    <a:solidFill>
                      <a:schemeClr val="lt1"/>
                    </a:solidFill>
                  </a:tcPr>
                </a:tc>
                <a:tc>
                  <a:txBody>
                    <a:bodyPr/>
                    <a:lstStyle/>
                    <a:p>
                      <a:pPr marL="48895" marR="0" lvl="0" indent="0" algn="l" rtl="0">
                        <a:lnSpc>
                          <a:spcPct val="107000"/>
                        </a:lnSpc>
                        <a:spcBef>
                          <a:spcPts val="0"/>
                        </a:spcBef>
                        <a:spcAft>
                          <a:spcPts val="0"/>
                        </a:spcAft>
                        <a:buNone/>
                      </a:pPr>
                      <a:r>
                        <a:rPr lang="en-US" sz="1200">
                          <a:solidFill>
                            <a:schemeClr val="dk1"/>
                          </a:solidFill>
                        </a:rPr>
                        <a:t>$17,704,400</a:t>
                      </a:r>
                      <a:endParaRPr sz="1100">
                        <a:solidFill>
                          <a:schemeClr val="dk1"/>
                        </a:solidFill>
                        <a:latin typeface="Times New Roman"/>
                        <a:ea typeface="Times New Roman"/>
                        <a:cs typeface="Times New Roman"/>
                        <a:sym typeface="Times New Roman"/>
                      </a:endParaRPr>
                    </a:p>
                  </a:txBody>
                  <a:tcPr marL="23500" marR="19675" marT="26675" marB="0">
                    <a:solidFill>
                      <a:schemeClr val="lt1"/>
                    </a:solidFill>
                  </a:tcPr>
                </a:tc>
                <a:tc>
                  <a:txBody>
                    <a:bodyPr/>
                    <a:lstStyle/>
                    <a:p>
                      <a:pPr marL="24765" marR="0" lvl="0" indent="0" algn="l" rtl="0">
                        <a:lnSpc>
                          <a:spcPct val="107000"/>
                        </a:lnSpc>
                        <a:spcBef>
                          <a:spcPts val="0"/>
                        </a:spcBef>
                        <a:spcAft>
                          <a:spcPts val="0"/>
                        </a:spcAft>
                        <a:buNone/>
                      </a:pPr>
                      <a:r>
                        <a:rPr lang="en-US" sz="1200">
                          <a:solidFill>
                            <a:schemeClr val="dk1"/>
                          </a:solidFill>
                        </a:rPr>
                        <a:t>$19,600,800</a:t>
                      </a:r>
                      <a:endParaRPr sz="1100">
                        <a:solidFill>
                          <a:schemeClr val="dk1"/>
                        </a:solidFill>
                        <a:latin typeface="Times New Roman"/>
                        <a:ea typeface="Times New Roman"/>
                        <a:cs typeface="Times New Roman"/>
                        <a:sym typeface="Times New Roman"/>
                      </a:endParaRPr>
                    </a:p>
                  </a:txBody>
                  <a:tcPr marL="23500" marR="19675" marT="26675" marB="0">
                    <a:solidFill>
                      <a:schemeClr val="lt1"/>
                    </a:solidFill>
                  </a:tcPr>
                </a:tc>
                <a:tc>
                  <a:txBody>
                    <a:bodyPr/>
                    <a:lstStyle/>
                    <a:p>
                      <a:pPr marL="23495" marR="0" lvl="0" indent="0" algn="just" rtl="0">
                        <a:lnSpc>
                          <a:spcPct val="107000"/>
                        </a:lnSpc>
                        <a:spcBef>
                          <a:spcPts val="0"/>
                        </a:spcBef>
                        <a:spcAft>
                          <a:spcPts val="0"/>
                        </a:spcAft>
                        <a:buNone/>
                      </a:pPr>
                      <a:r>
                        <a:rPr lang="en-US" sz="1200">
                          <a:solidFill>
                            <a:schemeClr val="dk1"/>
                          </a:solidFill>
                        </a:rPr>
                        <a:t>$87,472,140</a:t>
                      </a:r>
                      <a:endParaRPr sz="1100">
                        <a:solidFill>
                          <a:schemeClr val="dk1"/>
                        </a:solidFill>
                        <a:latin typeface="Times New Roman"/>
                        <a:ea typeface="Times New Roman"/>
                        <a:cs typeface="Times New Roman"/>
                        <a:sym typeface="Times New Roman"/>
                      </a:endParaRPr>
                    </a:p>
                  </a:txBody>
                  <a:tcPr marL="23500" marR="19675" marT="26675" marB="0">
                    <a:solidFill>
                      <a:schemeClr val="lt1"/>
                    </a:solidFill>
                  </a:tcPr>
                </a:tc>
                <a:extLst>
                  <a:ext uri="{0D108BD9-81ED-4DB2-BD59-A6C34878D82A}">
                    <a16:rowId xmlns:a16="http://schemas.microsoft.com/office/drawing/2014/main" val="10004"/>
                  </a:ext>
                </a:extLst>
              </a:tr>
            </a:tbl>
          </a:graphicData>
        </a:graphic>
      </p:graphicFrame>
      <p:graphicFrame>
        <p:nvGraphicFramePr>
          <p:cNvPr id="578" name="Google Shape;578;p49"/>
          <p:cNvGraphicFramePr/>
          <p:nvPr/>
        </p:nvGraphicFramePr>
        <p:xfrm>
          <a:off x="4728254" y="1447800"/>
          <a:ext cx="5308750" cy="1489558"/>
        </p:xfrm>
        <a:graphic>
          <a:graphicData uri="http://schemas.openxmlformats.org/drawingml/2006/table">
            <a:tbl>
              <a:tblPr firstRow="1" firstCol="1" bandRow="1">
                <a:noFill/>
                <a:tableStyleId>{131B6606-50E8-4F3F-95DB-24FF2E968E94}</a:tableStyleId>
              </a:tblPr>
              <a:tblGrid>
                <a:gridCol w="1071350">
                  <a:extLst>
                    <a:ext uri="{9D8B030D-6E8A-4147-A177-3AD203B41FA5}">
                      <a16:colId xmlns:a16="http://schemas.microsoft.com/office/drawing/2014/main" val="20000"/>
                    </a:ext>
                  </a:extLst>
                </a:gridCol>
                <a:gridCol w="1060350">
                  <a:extLst>
                    <a:ext uri="{9D8B030D-6E8A-4147-A177-3AD203B41FA5}">
                      <a16:colId xmlns:a16="http://schemas.microsoft.com/office/drawing/2014/main" val="20001"/>
                    </a:ext>
                  </a:extLst>
                </a:gridCol>
                <a:gridCol w="1058350">
                  <a:extLst>
                    <a:ext uri="{9D8B030D-6E8A-4147-A177-3AD203B41FA5}">
                      <a16:colId xmlns:a16="http://schemas.microsoft.com/office/drawing/2014/main" val="20002"/>
                    </a:ext>
                  </a:extLst>
                </a:gridCol>
                <a:gridCol w="1058350">
                  <a:extLst>
                    <a:ext uri="{9D8B030D-6E8A-4147-A177-3AD203B41FA5}">
                      <a16:colId xmlns:a16="http://schemas.microsoft.com/office/drawing/2014/main" val="20003"/>
                    </a:ext>
                  </a:extLst>
                </a:gridCol>
                <a:gridCol w="1060350">
                  <a:extLst>
                    <a:ext uri="{9D8B030D-6E8A-4147-A177-3AD203B41FA5}">
                      <a16:colId xmlns:a16="http://schemas.microsoft.com/office/drawing/2014/main" val="20004"/>
                    </a:ext>
                  </a:extLst>
                </a:gridCol>
              </a:tblGrid>
              <a:tr h="197425">
                <a:tc>
                  <a:txBody>
                    <a:bodyPr/>
                    <a:lstStyle/>
                    <a:p>
                      <a:pPr marL="0" marR="0" lvl="0" indent="0" algn="ctr" rtl="0">
                        <a:lnSpc>
                          <a:spcPct val="107000"/>
                        </a:lnSpc>
                        <a:spcBef>
                          <a:spcPts val="0"/>
                        </a:spcBef>
                        <a:spcAft>
                          <a:spcPts val="0"/>
                        </a:spcAft>
                        <a:buNone/>
                      </a:pPr>
                      <a:r>
                        <a:rPr lang="en-US" sz="1200">
                          <a:solidFill>
                            <a:schemeClr val="dk1"/>
                          </a:solidFill>
                        </a:rPr>
                        <a:t>LINE</a:t>
                      </a:r>
                      <a:endParaRPr sz="1600">
                        <a:solidFill>
                          <a:schemeClr val="dk1"/>
                        </a:solidFill>
                        <a:latin typeface="Times New Roman"/>
                        <a:ea typeface="Times New Roman"/>
                        <a:cs typeface="Times New Roman"/>
                        <a:sym typeface="Times New Roman"/>
                      </a:endParaRPr>
                    </a:p>
                  </a:txBody>
                  <a:tcPr marL="25400" marR="23500" marT="26675" marB="0">
                    <a:solidFill>
                      <a:schemeClr val="lt1"/>
                    </a:solidFill>
                  </a:tcPr>
                </a:tc>
                <a:tc>
                  <a:txBody>
                    <a:bodyPr/>
                    <a:lstStyle/>
                    <a:p>
                      <a:pPr marL="0" marR="2540" lvl="0" indent="0" algn="ctr" rtl="0">
                        <a:lnSpc>
                          <a:spcPct val="107000"/>
                        </a:lnSpc>
                        <a:spcBef>
                          <a:spcPts val="0"/>
                        </a:spcBef>
                        <a:spcAft>
                          <a:spcPts val="0"/>
                        </a:spcAft>
                        <a:buNone/>
                      </a:pPr>
                      <a:r>
                        <a:rPr lang="en-US" sz="1200">
                          <a:solidFill>
                            <a:schemeClr val="dk1"/>
                          </a:solidFill>
                        </a:rPr>
                        <a:t>1998</a:t>
                      </a:r>
                      <a:endParaRPr sz="1600">
                        <a:solidFill>
                          <a:schemeClr val="dk1"/>
                        </a:solidFill>
                        <a:latin typeface="Times New Roman"/>
                        <a:ea typeface="Times New Roman"/>
                        <a:cs typeface="Times New Roman"/>
                        <a:sym typeface="Times New Roman"/>
                      </a:endParaRPr>
                    </a:p>
                  </a:txBody>
                  <a:tcPr marL="25400" marR="23500" marT="26675" marB="0">
                    <a:solidFill>
                      <a:schemeClr val="lt1"/>
                    </a:solidFill>
                  </a:tcPr>
                </a:tc>
                <a:tc>
                  <a:txBody>
                    <a:bodyPr/>
                    <a:lstStyle/>
                    <a:p>
                      <a:pPr marL="0" marR="2540" lvl="0" indent="0" algn="ctr" rtl="0">
                        <a:lnSpc>
                          <a:spcPct val="107000"/>
                        </a:lnSpc>
                        <a:spcBef>
                          <a:spcPts val="0"/>
                        </a:spcBef>
                        <a:spcAft>
                          <a:spcPts val="0"/>
                        </a:spcAft>
                        <a:buNone/>
                      </a:pPr>
                      <a:r>
                        <a:rPr lang="en-US" sz="1200">
                          <a:solidFill>
                            <a:schemeClr val="dk1"/>
                          </a:solidFill>
                        </a:rPr>
                        <a:t>1999</a:t>
                      </a:r>
                      <a:endParaRPr sz="1600">
                        <a:solidFill>
                          <a:schemeClr val="dk1"/>
                        </a:solidFill>
                        <a:latin typeface="Times New Roman"/>
                        <a:ea typeface="Times New Roman"/>
                        <a:cs typeface="Times New Roman"/>
                        <a:sym typeface="Times New Roman"/>
                      </a:endParaRPr>
                    </a:p>
                  </a:txBody>
                  <a:tcPr marL="25400" marR="23500" marT="26675" marB="0">
                    <a:solidFill>
                      <a:schemeClr val="lt1"/>
                    </a:solidFill>
                  </a:tcPr>
                </a:tc>
                <a:tc>
                  <a:txBody>
                    <a:bodyPr/>
                    <a:lstStyle/>
                    <a:p>
                      <a:pPr marL="0" marR="2540" lvl="0" indent="0" algn="ctr" rtl="0">
                        <a:lnSpc>
                          <a:spcPct val="107000"/>
                        </a:lnSpc>
                        <a:spcBef>
                          <a:spcPts val="0"/>
                        </a:spcBef>
                        <a:spcAft>
                          <a:spcPts val="0"/>
                        </a:spcAft>
                        <a:buNone/>
                      </a:pPr>
                      <a:r>
                        <a:rPr lang="en-US" sz="1200">
                          <a:solidFill>
                            <a:schemeClr val="dk1"/>
                          </a:solidFill>
                        </a:rPr>
                        <a:t>2000</a:t>
                      </a:r>
                      <a:endParaRPr sz="1600">
                        <a:solidFill>
                          <a:schemeClr val="dk1"/>
                        </a:solidFill>
                        <a:latin typeface="Times New Roman"/>
                        <a:ea typeface="Times New Roman"/>
                        <a:cs typeface="Times New Roman"/>
                        <a:sym typeface="Times New Roman"/>
                      </a:endParaRPr>
                    </a:p>
                  </a:txBody>
                  <a:tcPr marL="25400" marR="23500" marT="26675" marB="0">
                    <a:solidFill>
                      <a:schemeClr val="lt1"/>
                    </a:solidFill>
                  </a:tcPr>
                </a:tc>
                <a:tc>
                  <a:txBody>
                    <a:bodyPr/>
                    <a:lstStyle/>
                    <a:p>
                      <a:pPr marL="0" marR="8890" lvl="0" indent="0" algn="ctr" rtl="0">
                        <a:lnSpc>
                          <a:spcPct val="107000"/>
                        </a:lnSpc>
                        <a:spcBef>
                          <a:spcPts val="0"/>
                        </a:spcBef>
                        <a:spcAft>
                          <a:spcPts val="0"/>
                        </a:spcAft>
                        <a:buNone/>
                      </a:pPr>
                      <a:r>
                        <a:rPr lang="en-US" sz="1200">
                          <a:solidFill>
                            <a:schemeClr val="dk1"/>
                          </a:solidFill>
                        </a:rPr>
                        <a:t>TOTAL</a:t>
                      </a:r>
                      <a:endParaRPr sz="1600">
                        <a:solidFill>
                          <a:schemeClr val="dk1"/>
                        </a:solidFill>
                        <a:latin typeface="Times New Roman"/>
                        <a:ea typeface="Times New Roman"/>
                        <a:cs typeface="Times New Roman"/>
                        <a:sym typeface="Times New Roman"/>
                      </a:endParaRPr>
                    </a:p>
                  </a:txBody>
                  <a:tcPr marL="25400" marR="23500" marT="26675" marB="0">
                    <a:solidFill>
                      <a:schemeClr val="lt1"/>
                    </a:solidFill>
                  </a:tcPr>
                </a:tc>
                <a:extLst>
                  <a:ext uri="{0D108BD9-81ED-4DB2-BD59-A6C34878D82A}">
                    <a16:rowId xmlns:a16="http://schemas.microsoft.com/office/drawing/2014/main" val="10000"/>
                  </a:ext>
                </a:extLst>
              </a:tr>
              <a:tr h="207725">
                <a:tc>
                  <a:txBody>
                    <a:bodyPr/>
                    <a:lstStyle/>
                    <a:p>
                      <a:pPr marL="0" marR="0" lvl="0" indent="0" algn="l" rtl="0">
                        <a:lnSpc>
                          <a:spcPct val="107000"/>
                        </a:lnSpc>
                        <a:spcBef>
                          <a:spcPts val="0"/>
                        </a:spcBef>
                        <a:spcAft>
                          <a:spcPts val="0"/>
                        </a:spcAft>
                        <a:buNone/>
                      </a:pPr>
                      <a:r>
                        <a:rPr lang="en-US" sz="1200">
                          <a:solidFill>
                            <a:schemeClr val="dk1"/>
                          </a:solidFill>
                        </a:rPr>
                        <a:t>Clothing</a:t>
                      </a:r>
                      <a:endParaRPr sz="1600">
                        <a:solidFill>
                          <a:schemeClr val="dk1"/>
                        </a:solidFill>
                        <a:latin typeface="Times New Roman"/>
                        <a:ea typeface="Times New Roman"/>
                        <a:cs typeface="Times New Roman"/>
                        <a:sym typeface="Times New Roman"/>
                      </a:endParaRPr>
                    </a:p>
                  </a:txBody>
                  <a:tcPr marL="25400" marR="23500" marT="26675" marB="0">
                    <a:solidFill>
                      <a:schemeClr val="lt1"/>
                    </a:solidFill>
                  </a:tcPr>
                </a:tc>
                <a:tc>
                  <a:txBody>
                    <a:bodyPr/>
                    <a:lstStyle/>
                    <a:p>
                      <a:pPr marL="78105" marR="0" lvl="0" indent="0" algn="l" rtl="0">
                        <a:lnSpc>
                          <a:spcPct val="107000"/>
                        </a:lnSpc>
                        <a:spcBef>
                          <a:spcPts val="0"/>
                        </a:spcBef>
                        <a:spcAft>
                          <a:spcPts val="0"/>
                        </a:spcAft>
                        <a:buNone/>
                      </a:pPr>
                      <a:r>
                        <a:rPr lang="en-US" sz="1200">
                          <a:solidFill>
                            <a:schemeClr val="dk1"/>
                          </a:solidFill>
                        </a:rPr>
                        <a:t>$3,457,000</a:t>
                      </a:r>
                      <a:endParaRPr sz="1600">
                        <a:solidFill>
                          <a:schemeClr val="dk1"/>
                        </a:solidFill>
                        <a:latin typeface="Times New Roman"/>
                        <a:ea typeface="Times New Roman"/>
                        <a:cs typeface="Times New Roman"/>
                        <a:sym typeface="Times New Roman"/>
                      </a:endParaRPr>
                    </a:p>
                  </a:txBody>
                  <a:tcPr marL="25400" marR="23500" marT="26675" marB="0">
                    <a:solidFill>
                      <a:schemeClr val="lt1"/>
                    </a:solidFill>
                  </a:tcPr>
                </a:tc>
                <a:tc>
                  <a:txBody>
                    <a:bodyPr/>
                    <a:lstStyle/>
                    <a:p>
                      <a:pPr marL="78105" marR="0" lvl="0" indent="0" algn="l" rtl="0">
                        <a:lnSpc>
                          <a:spcPct val="107000"/>
                        </a:lnSpc>
                        <a:spcBef>
                          <a:spcPts val="0"/>
                        </a:spcBef>
                        <a:spcAft>
                          <a:spcPts val="0"/>
                        </a:spcAft>
                        <a:buNone/>
                      </a:pPr>
                      <a:r>
                        <a:rPr lang="en-US" sz="1200">
                          <a:solidFill>
                            <a:schemeClr val="dk1"/>
                          </a:solidFill>
                        </a:rPr>
                        <a:t>$3,590,050</a:t>
                      </a:r>
                      <a:endParaRPr sz="1600">
                        <a:solidFill>
                          <a:schemeClr val="dk1"/>
                        </a:solidFill>
                        <a:latin typeface="Times New Roman"/>
                        <a:ea typeface="Times New Roman"/>
                        <a:cs typeface="Times New Roman"/>
                        <a:sym typeface="Times New Roman"/>
                      </a:endParaRPr>
                    </a:p>
                  </a:txBody>
                  <a:tcPr marL="25400" marR="23500" marT="26675" marB="0">
                    <a:solidFill>
                      <a:schemeClr val="lt1"/>
                    </a:solidFill>
                  </a:tcPr>
                </a:tc>
                <a:tc>
                  <a:txBody>
                    <a:bodyPr/>
                    <a:lstStyle/>
                    <a:p>
                      <a:pPr marL="78105" marR="0" lvl="0" indent="0" algn="l" rtl="0">
                        <a:lnSpc>
                          <a:spcPct val="107000"/>
                        </a:lnSpc>
                        <a:spcBef>
                          <a:spcPts val="0"/>
                        </a:spcBef>
                        <a:spcAft>
                          <a:spcPts val="0"/>
                        </a:spcAft>
                        <a:buNone/>
                      </a:pPr>
                      <a:r>
                        <a:rPr lang="en-US" sz="1200">
                          <a:solidFill>
                            <a:schemeClr val="dk1"/>
                          </a:solidFill>
                        </a:rPr>
                        <a:t>$5,789,400</a:t>
                      </a:r>
                      <a:endParaRPr sz="1600">
                        <a:solidFill>
                          <a:schemeClr val="dk1"/>
                        </a:solidFill>
                        <a:latin typeface="Times New Roman"/>
                        <a:ea typeface="Times New Roman"/>
                        <a:cs typeface="Times New Roman"/>
                        <a:sym typeface="Times New Roman"/>
                      </a:endParaRPr>
                    </a:p>
                  </a:txBody>
                  <a:tcPr marL="25400" marR="23500" marT="26675" marB="0">
                    <a:solidFill>
                      <a:schemeClr val="lt1"/>
                    </a:solidFill>
                  </a:tcPr>
                </a:tc>
                <a:tc>
                  <a:txBody>
                    <a:bodyPr/>
                    <a:lstStyle/>
                    <a:p>
                      <a:pPr marL="18415" marR="0" lvl="0" indent="0" algn="just" rtl="0">
                        <a:lnSpc>
                          <a:spcPct val="107000"/>
                        </a:lnSpc>
                        <a:spcBef>
                          <a:spcPts val="0"/>
                        </a:spcBef>
                        <a:spcAft>
                          <a:spcPts val="0"/>
                        </a:spcAft>
                        <a:buNone/>
                      </a:pPr>
                      <a:r>
                        <a:rPr lang="en-US" sz="1200">
                          <a:solidFill>
                            <a:schemeClr val="dk1"/>
                          </a:solidFill>
                        </a:rPr>
                        <a:t>$12,836,450</a:t>
                      </a:r>
                      <a:endParaRPr sz="1600">
                        <a:solidFill>
                          <a:schemeClr val="dk1"/>
                        </a:solidFill>
                        <a:latin typeface="Times New Roman"/>
                        <a:ea typeface="Times New Roman"/>
                        <a:cs typeface="Times New Roman"/>
                        <a:sym typeface="Times New Roman"/>
                      </a:endParaRPr>
                    </a:p>
                  </a:txBody>
                  <a:tcPr marL="25400" marR="23500" marT="26675" marB="0">
                    <a:solidFill>
                      <a:schemeClr val="lt1"/>
                    </a:solidFill>
                  </a:tcPr>
                </a:tc>
                <a:extLst>
                  <a:ext uri="{0D108BD9-81ED-4DB2-BD59-A6C34878D82A}">
                    <a16:rowId xmlns:a16="http://schemas.microsoft.com/office/drawing/2014/main" val="10001"/>
                  </a:ext>
                </a:extLst>
              </a:tr>
              <a:tr h="207725">
                <a:tc>
                  <a:txBody>
                    <a:bodyPr/>
                    <a:lstStyle/>
                    <a:p>
                      <a:pPr marL="0" marR="0" lvl="0" indent="0" algn="l" rtl="0">
                        <a:lnSpc>
                          <a:spcPct val="107000"/>
                        </a:lnSpc>
                        <a:spcBef>
                          <a:spcPts val="0"/>
                        </a:spcBef>
                        <a:spcAft>
                          <a:spcPts val="0"/>
                        </a:spcAft>
                        <a:buNone/>
                      </a:pPr>
                      <a:r>
                        <a:rPr lang="en-US" sz="1200">
                          <a:solidFill>
                            <a:schemeClr val="dk1"/>
                          </a:solidFill>
                        </a:rPr>
                        <a:t>Electronics</a:t>
                      </a:r>
                      <a:endParaRPr sz="1600">
                        <a:solidFill>
                          <a:schemeClr val="dk1"/>
                        </a:solidFill>
                        <a:latin typeface="Times New Roman"/>
                        <a:ea typeface="Times New Roman"/>
                        <a:cs typeface="Times New Roman"/>
                        <a:sym typeface="Times New Roman"/>
                      </a:endParaRPr>
                    </a:p>
                  </a:txBody>
                  <a:tcPr marL="25400" marR="23500" marT="26675" marB="0">
                    <a:solidFill>
                      <a:schemeClr val="lt1"/>
                    </a:solidFill>
                  </a:tcPr>
                </a:tc>
                <a:tc>
                  <a:txBody>
                    <a:bodyPr/>
                    <a:lstStyle/>
                    <a:p>
                      <a:pPr marL="78105" marR="0" lvl="0" indent="0" algn="l" rtl="0">
                        <a:lnSpc>
                          <a:spcPct val="107000"/>
                        </a:lnSpc>
                        <a:spcBef>
                          <a:spcPts val="0"/>
                        </a:spcBef>
                        <a:spcAft>
                          <a:spcPts val="0"/>
                        </a:spcAft>
                        <a:buNone/>
                      </a:pPr>
                      <a:r>
                        <a:rPr lang="en-US" sz="1200">
                          <a:solidFill>
                            <a:schemeClr val="dk1"/>
                          </a:solidFill>
                        </a:rPr>
                        <a:t>$5,894,800</a:t>
                      </a:r>
                      <a:endParaRPr sz="1600">
                        <a:solidFill>
                          <a:schemeClr val="dk1"/>
                        </a:solidFill>
                        <a:latin typeface="Times New Roman"/>
                        <a:ea typeface="Times New Roman"/>
                        <a:cs typeface="Times New Roman"/>
                        <a:sym typeface="Times New Roman"/>
                      </a:endParaRPr>
                    </a:p>
                  </a:txBody>
                  <a:tcPr marL="25400" marR="23500" marT="26675" marB="0">
                    <a:solidFill>
                      <a:schemeClr val="lt1"/>
                    </a:solidFill>
                  </a:tcPr>
                </a:tc>
                <a:tc>
                  <a:txBody>
                    <a:bodyPr/>
                    <a:lstStyle/>
                    <a:p>
                      <a:pPr marL="78105" marR="0" lvl="0" indent="0" algn="l" rtl="0">
                        <a:lnSpc>
                          <a:spcPct val="107000"/>
                        </a:lnSpc>
                        <a:spcBef>
                          <a:spcPts val="0"/>
                        </a:spcBef>
                        <a:spcAft>
                          <a:spcPts val="0"/>
                        </a:spcAft>
                        <a:buNone/>
                      </a:pPr>
                      <a:r>
                        <a:rPr lang="en-US" sz="1200">
                          <a:solidFill>
                            <a:schemeClr val="dk1"/>
                          </a:solidFill>
                        </a:rPr>
                        <a:t>$4,078,900</a:t>
                      </a:r>
                      <a:endParaRPr sz="1600">
                        <a:solidFill>
                          <a:schemeClr val="dk1"/>
                        </a:solidFill>
                        <a:latin typeface="Times New Roman"/>
                        <a:ea typeface="Times New Roman"/>
                        <a:cs typeface="Times New Roman"/>
                        <a:sym typeface="Times New Roman"/>
                      </a:endParaRPr>
                    </a:p>
                  </a:txBody>
                  <a:tcPr marL="25400" marR="23500" marT="26675" marB="0">
                    <a:solidFill>
                      <a:schemeClr val="lt1"/>
                    </a:solidFill>
                  </a:tcPr>
                </a:tc>
                <a:tc>
                  <a:txBody>
                    <a:bodyPr/>
                    <a:lstStyle/>
                    <a:p>
                      <a:pPr marL="78105" marR="0" lvl="0" indent="0" algn="l" rtl="0">
                        <a:lnSpc>
                          <a:spcPct val="107000"/>
                        </a:lnSpc>
                        <a:spcBef>
                          <a:spcPts val="0"/>
                        </a:spcBef>
                        <a:spcAft>
                          <a:spcPts val="0"/>
                        </a:spcAft>
                        <a:buNone/>
                      </a:pPr>
                      <a:r>
                        <a:rPr lang="en-US" sz="1200">
                          <a:solidFill>
                            <a:schemeClr val="dk1"/>
                          </a:solidFill>
                        </a:rPr>
                        <a:t>$6,094,600</a:t>
                      </a:r>
                      <a:endParaRPr sz="1600">
                        <a:solidFill>
                          <a:schemeClr val="dk1"/>
                        </a:solidFill>
                        <a:latin typeface="Times New Roman"/>
                        <a:ea typeface="Times New Roman"/>
                        <a:cs typeface="Times New Roman"/>
                        <a:sym typeface="Times New Roman"/>
                      </a:endParaRPr>
                    </a:p>
                  </a:txBody>
                  <a:tcPr marL="25400" marR="23500" marT="26675" marB="0">
                    <a:solidFill>
                      <a:schemeClr val="lt1"/>
                    </a:solidFill>
                  </a:tcPr>
                </a:tc>
                <a:tc>
                  <a:txBody>
                    <a:bodyPr/>
                    <a:lstStyle/>
                    <a:p>
                      <a:pPr marL="18415" marR="0" lvl="0" indent="0" algn="just" rtl="0">
                        <a:lnSpc>
                          <a:spcPct val="107000"/>
                        </a:lnSpc>
                        <a:spcBef>
                          <a:spcPts val="0"/>
                        </a:spcBef>
                        <a:spcAft>
                          <a:spcPts val="0"/>
                        </a:spcAft>
                        <a:buNone/>
                      </a:pPr>
                      <a:r>
                        <a:rPr lang="en-US" sz="1200">
                          <a:solidFill>
                            <a:schemeClr val="dk1"/>
                          </a:solidFill>
                        </a:rPr>
                        <a:t>$16,068,300</a:t>
                      </a:r>
                      <a:endParaRPr sz="1600">
                        <a:solidFill>
                          <a:schemeClr val="dk1"/>
                        </a:solidFill>
                        <a:latin typeface="Times New Roman"/>
                        <a:ea typeface="Times New Roman"/>
                        <a:cs typeface="Times New Roman"/>
                        <a:sym typeface="Times New Roman"/>
                      </a:endParaRPr>
                    </a:p>
                  </a:txBody>
                  <a:tcPr marL="25400" marR="23500" marT="26675" marB="0">
                    <a:solidFill>
                      <a:schemeClr val="lt1"/>
                    </a:solidFill>
                  </a:tcPr>
                </a:tc>
                <a:extLst>
                  <a:ext uri="{0D108BD9-81ED-4DB2-BD59-A6C34878D82A}">
                    <a16:rowId xmlns:a16="http://schemas.microsoft.com/office/drawing/2014/main" val="10002"/>
                  </a:ext>
                </a:extLst>
              </a:tr>
              <a:tr h="207725">
                <a:tc>
                  <a:txBody>
                    <a:bodyPr/>
                    <a:lstStyle/>
                    <a:p>
                      <a:pPr marL="0" marR="0" lvl="0" indent="0" algn="l" rtl="0">
                        <a:lnSpc>
                          <a:spcPct val="107000"/>
                        </a:lnSpc>
                        <a:spcBef>
                          <a:spcPts val="0"/>
                        </a:spcBef>
                        <a:spcAft>
                          <a:spcPts val="0"/>
                        </a:spcAft>
                        <a:buNone/>
                      </a:pPr>
                      <a:r>
                        <a:rPr lang="en-US" sz="1200">
                          <a:solidFill>
                            <a:schemeClr val="dk1"/>
                          </a:solidFill>
                        </a:rPr>
                        <a:t>Video</a:t>
                      </a:r>
                      <a:endParaRPr sz="1600">
                        <a:solidFill>
                          <a:schemeClr val="dk1"/>
                        </a:solidFill>
                        <a:latin typeface="Times New Roman"/>
                        <a:ea typeface="Times New Roman"/>
                        <a:cs typeface="Times New Roman"/>
                        <a:sym typeface="Times New Roman"/>
                      </a:endParaRPr>
                    </a:p>
                  </a:txBody>
                  <a:tcPr marL="25400" marR="23500" marT="26675" marB="0">
                    <a:solidFill>
                      <a:schemeClr val="lt1"/>
                    </a:solidFill>
                  </a:tcPr>
                </a:tc>
                <a:tc>
                  <a:txBody>
                    <a:bodyPr/>
                    <a:lstStyle/>
                    <a:p>
                      <a:pPr marL="78105" marR="0" lvl="0" indent="0" algn="l" rtl="0">
                        <a:lnSpc>
                          <a:spcPct val="107000"/>
                        </a:lnSpc>
                        <a:spcBef>
                          <a:spcPts val="0"/>
                        </a:spcBef>
                        <a:spcAft>
                          <a:spcPts val="0"/>
                        </a:spcAft>
                        <a:buNone/>
                      </a:pPr>
                      <a:r>
                        <a:rPr lang="en-US" sz="1200">
                          <a:solidFill>
                            <a:schemeClr val="dk1"/>
                          </a:solidFill>
                        </a:rPr>
                        <a:t>$7,198,700</a:t>
                      </a:r>
                      <a:endParaRPr sz="1600">
                        <a:solidFill>
                          <a:schemeClr val="dk1"/>
                        </a:solidFill>
                        <a:latin typeface="Times New Roman"/>
                        <a:ea typeface="Times New Roman"/>
                        <a:cs typeface="Times New Roman"/>
                        <a:sym typeface="Times New Roman"/>
                      </a:endParaRPr>
                    </a:p>
                  </a:txBody>
                  <a:tcPr marL="25400" marR="23500" marT="26675" marB="0">
                    <a:solidFill>
                      <a:schemeClr val="lt1"/>
                    </a:solidFill>
                  </a:tcPr>
                </a:tc>
                <a:tc>
                  <a:txBody>
                    <a:bodyPr/>
                    <a:lstStyle/>
                    <a:p>
                      <a:pPr marL="78105" marR="0" lvl="0" indent="0" algn="l" rtl="0">
                        <a:lnSpc>
                          <a:spcPct val="107000"/>
                        </a:lnSpc>
                        <a:spcBef>
                          <a:spcPts val="0"/>
                        </a:spcBef>
                        <a:spcAft>
                          <a:spcPts val="0"/>
                        </a:spcAft>
                        <a:buNone/>
                      </a:pPr>
                      <a:r>
                        <a:rPr lang="en-US" sz="1200">
                          <a:solidFill>
                            <a:schemeClr val="dk1"/>
                          </a:solidFill>
                        </a:rPr>
                        <a:t>$6,057,890</a:t>
                      </a:r>
                      <a:endParaRPr sz="1600">
                        <a:solidFill>
                          <a:schemeClr val="dk1"/>
                        </a:solidFill>
                        <a:latin typeface="Times New Roman"/>
                        <a:ea typeface="Times New Roman"/>
                        <a:cs typeface="Times New Roman"/>
                        <a:sym typeface="Times New Roman"/>
                      </a:endParaRPr>
                    </a:p>
                  </a:txBody>
                  <a:tcPr marL="25400" marR="23500" marT="26675" marB="0">
                    <a:solidFill>
                      <a:schemeClr val="lt1"/>
                    </a:solidFill>
                  </a:tcPr>
                </a:tc>
                <a:tc>
                  <a:txBody>
                    <a:bodyPr/>
                    <a:lstStyle/>
                    <a:p>
                      <a:pPr marL="78105" marR="0" lvl="0" indent="0" algn="l" rtl="0">
                        <a:lnSpc>
                          <a:spcPct val="107000"/>
                        </a:lnSpc>
                        <a:spcBef>
                          <a:spcPts val="0"/>
                        </a:spcBef>
                        <a:spcAft>
                          <a:spcPts val="0"/>
                        </a:spcAft>
                        <a:buNone/>
                      </a:pPr>
                      <a:r>
                        <a:rPr lang="en-US" sz="1200">
                          <a:solidFill>
                            <a:schemeClr val="dk1"/>
                          </a:solidFill>
                        </a:rPr>
                        <a:t>$8,005,600</a:t>
                      </a:r>
                      <a:endParaRPr sz="1600">
                        <a:solidFill>
                          <a:schemeClr val="dk1"/>
                        </a:solidFill>
                        <a:latin typeface="Times New Roman"/>
                        <a:ea typeface="Times New Roman"/>
                        <a:cs typeface="Times New Roman"/>
                        <a:sym typeface="Times New Roman"/>
                      </a:endParaRPr>
                    </a:p>
                  </a:txBody>
                  <a:tcPr marL="25400" marR="23500" marT="26675" marB="0">
                    <a:solidFill>
                      <a:schemeClr val="lt1"/>
                    </a:solidFill>
                  </a:tcPr>
                </a:tc>
                <a:tc>
                  <a:txBody>
                    <a:bodyPr/>
                    <a:lstStyle/>
                    <a:p>
                      <a:pPr marL="18415" marR="0" lvl="0" indent="0" algn="just" rtl="0">
                        <a:lnSpc>
                          <a:spcPct val="107000"/>
                        </a:lnSpc>
                        <a:spcBef>
                          <a:spcPts val="0"/>
                        </a:spcBef>
                        <a:spcAft>
                          <a:spcPts val="0"/>
                        </a:spcAft>
                        <a:buNone/>
                      </a:pPr>
                      <a:r>
                        <a:rPr lang="en-US" sz="1200">
                          <a:solidFill>
                            <a:schemeClr val="dk1"/>
                          </a:solidFill>
                        </a:rPr>
                        <a:t>$21,262,190</a:t>
                      </a:r>
                      <a:endParaRPr sz="1600">
                        <a:solidFill>
                          <a:schemeClr val="dk1"/>
                        </a:solidFill>
                        <a:latin typeface="Times New Roman"/>
                        <a:ea typeface="Times New Roman"/>
                        <a:cs typeface="Times New Roman"/>
                        <a:sym typeface="Times New Roman"/>
                      </a:endParaRPr>
                    </a:p>
                  </a:txBody>
                  <a:tcPr marL="25400" marR="23500" marT="26675" marB="0">
                    <a:solidFill>
                      <a:schemeClr val="lt1"/>
                    </a:solidFill>
                  </a:tcPr>
                </a:tc>
                <a:extLst>
                  <a:ext uri="{0D108BD9-81ED-4DB2-BD59-A6C34878D82A}">
                    <a16:rowId xmlns:a16="http://schemas.microsoft.com/office/drawing/2014/main" val="10003"/>
                  </a:ext>
                </a:extLst>
              </a:tr>
              <a:tr h="207725">
                <a:tc>
                  <a:txBody>
                    <a:bodyPr/>
                    <a:lstStyle/>
                    <a:p>
                      <a:pPr marL="0" marR="0" lvl="0" indent="0" algn="l" rtl="0">
                        <a:lnSpc>
                          <a:spcPct val="107000"/>
                        </a:lnSpc>
                        <a:spcBef>
                          <a:spcPts val="0"/>
                        </a:spcBef>
                        <a:spcAft>
                          <a:spcPts val="0"/>
                        </a:spcAft>
                        <a:buNone/>
                      </a:pPr>
                      <a:r>
                        <a:rPr lang="en-US" sz="1200">
                          <a:solidFill>
                            <a:schemeClr val="dk1"/>
                          </a:solidFill>
                        </a:rPr>
                        <a:t>Kitchen</a:t>
                      </a:r>
                      <a:endParaRPr sz="1600">
                        <a:solidFill>
                          <a:schemeClr val="dk1"/>
                        </a:solidFill>
                        <a:latin typeface="Times New Roman"/>
                        <a:ea typeface="Times New Roman"/>
                        <a:cs typeface="Times New Roman"/>
                        <a:sym typeface="Times New Roman"/>
                      </a:endParaRPr>
                    </a:p>
                  </a:txBody>
                  <a:tcPr marL="25400" marR="23500" marT="26675" marB="0">
                    <a:solidFill>
                      <a:schemeClr val="lt1"/>
                    </a:solidFill>
                  </a:tcPr>
                </a:tc>
                <a:tc>
                  <a:txBody>
                    <a:bodyPr/>
                    <a:lstStyle/>
                    <a:p>
                      <a:pPr marL="78105" marR="0" lvl="0" indent="0" algn="l" rtl="0">
                        <a:lnSpc>
                          <a:spcPct val="107000"/>
                        </a:lnSpc>
                        <a:spcBef>
                          <a:spcPts val="0"/>
                        </a:spcBef>
                        <a:spcAft>
                          <a:spcPts val="0"/>
                        </a:spcAft>
                        <a:buNone/>
                      </a:pPr>
                      <a:r>
                        <a:rPr lang="en-US" sz="1200">
                          <a:solidFill>
                            <a:schemeClr val="dk1"/>
                          </a:solidFill>
                        </a:rPr>
                        <a:t>$4,875,400</a:t>
                      </a:r>
                      <a:endParaRPr sz="1600">
                        <a:solidFill>
                          <a:schemeClr val="dk1"/>
                        </a:solidFill>
                        <a:latin typeface="Times New Roman"/>
                        <a:ea typeface="Times New Roman"/>
                        <a:cs typeface="Times New Roman"/>
                        <a:sym typeface="Times New Roman"/>
                      </a:endParaRPr>
                    </a:p>
                  </a:txBody>
                  <a:tcPr marL="25400" marR="23500" marT="26675" marB="0">
                    <a:solidFill>
                      <a:schemeClr val="lt1"/>
                    </a:solidFill>
                  </a:tcPr>
                </a:tc>
                <a:tc>
                  <a:txBody>
                    <a:bodyPr/>
                    <a:lstStyle/>
                    <a:p>
                      <a:pPr marL="78105" marR="0" lvl="0" indent="0" algn="l" rtl="0">
                        <a:lnSpc>
                          <a:spcPct val="107000"/>
                        </a:lnSpc>
                        <a:spcBef>
                          <a:spcPts val="0"/>
                        </a:spcBef>
                        <a:spcAft>
                          <a:spcPts val="0"/>
                        </a:spcAft>
                        <a:buNone/>
                      </a:pPr>
                      <a:r>
                        <a:rPr lang="en-US" sz="1200">
                          <a:solidFill>
                            <a:schemeClr val="dk1"/>
                          </a:solidFill>
                        </a:rPr>
                        <a:t>$5,894,500</a:t>
                      </a:r>
                      <a:endParaRPr sz="1600">
                        <a:solidFill>
                          <a:schemeClr val="dk1"/>
                        </a:solidFill>
                        <a:latin typeface="Times New Roman"/>
                        <a:ea typeface="Times New Roman"/>
                        <a:cs typeface="Times New Roman"/>
                        <a:sym typeface="Times New Roman"/>
                      </a:endParaRPr>
                    </a:p>
                  </a:txBody>
                  <a:tcPr marL="25400" marR="23500" marT="26675" marB="0">
                    <a:solidFill>
                      <a:schemeClr val="lt1"/>
                    </a:solidFill>
                  </a:tcPr>
                </a:tc>
                <a:tc>
                  <a:txBody>
                    <a:bodyPr/>
                    <a:lstStyle/>
                    <a:p>
                      <a:pPr marL="78105" marR="0" lvl="0" indent="0" algn="l" rtl="0">
                        <a:lnSpc>
                          <a:spcPct val="107000"/>
                        </a:lnSpc>
                        <a:spcBef>
                          <a:spcPts val="0"/>
                        </a:spcBef>
                        <a:spcAft>
                          <a:spcPts val="0"/>
                        </a:spcAft>
                        <a:buNone/>
                      </a:pPr>
                      <a:r>
                        <a:rPr lang="en-US" sz="1200">
                          <a:solidFill>
                            <a:schemeClr val="dk1"/>
                          </a:solidFill>
                        </a:rPr>
                        <a:t>$6,934,500</a:t>
                      </a:r>
                      <a:endParaRPr sz="1600">
                        <a:solidFill>
                          <a:schemeClr val="dk1"/>
                        </a:solidFill>
                        <a:latin typeface="Times New Roman"/>
                        <a:ea typeface="Times New Roman"/>
                        <a:cs typeface="Times New Roman"/>
                        <a:sym typeface="Times New Roman"/>
                      </a:endParaRPr>
                    </a:p>
                  </a:txBody>
                  <a:tcPr marL="25400" marR="23500" marT="26675" marB="0">
                    <a:solidFill>
                      <a:schemeClr val="lt1"/>
                    </a:solidFill>
                  </a:tcPr>
                </a:tc>
                <a:tc>
                  <a:txBody>
                    <a:bodyPr/>
                    <a:lstStyle/>
                    <a:p>
                      <a:pPr marL="18415" marR="0" lvl="0" indent="0" algn="just" rtl="0">
                        <a:lnSpc>
                          <a:spcPct val="107000"/>
                        </a:lnSpc>
                        <a:spcBef>
                          <a:spcPts val="0"/>
                        </a:spcBef>
                        <a:spcAft>
                          <a:spcPts val="0"/>
                        </a:spcAft>
                        <a:buNone/>
                      </a:pPr>
                      <a:r>
                        <a:rPr lang="en-US" sz="1200">
                          <a:solidFill>
                            <a:schemeClr val="dk1"/>
                          </a:solidFill>
                        </a:rPr>
                        <a:t>$17,704,400</a:t>
                      </a:r>
                      <a:endParaRPr sz="1600">
                        <a:solidFill>
                          <a:schemeClr val="dk1"/>
                        </a:solidFill>
                        <a:latin typeface="Times New Roman"/>
                        <a:ea typeface="Times New Roman"/>
                        <a:cs typeface="Times New Roman"/>
                        <a:sym typeface="Times New Roman"/>
                      </a:endParaRPr>
                    </a:p>
                  </a:txBody>
                  <a:tcPr marL="25400" marR="23500" marT="26675" marB="0">
                    <a:solidFill>
                      <a:schemeClr val="lt1"/>
                    </a:solidFill>
                  </a:tcPr>
                </a:tc>
                <a:extLst>
                  <a:ext uri="{0D108BD9-81ED-4DB2-BD59-A6C34878D82A}">
                    <a16:rowId xmlns:a16="http://schemas.microsoft.com/office/drawing/2014/main" val="10004"/>
                  </a:ext>
                </a:extLst>
              </a:tr>
              <a:tr h="207725">
                <a:tc>
                  <a:txBody>
                    <a:bodyPr/>
                    <a:lstStyle/>
                    <a:p>
                      <a:pPr marL="0" marR="0" lvl="0" indent="0" algn="l" rtl="0">
                        <a:lnSpc>
                          <a:spcPct val="107000"/>
                        </a:lnSpc>
                        <a:spcBef>
                          <a:spcPts val="0"/>
                        </a:spcBef>
                        <a:spcAft>
                          <a:spcPts val="0"/>
                        </a:spcAft>
                        <a:buNone/>
                      </a:pPr>
                      <a:r>
                        <a:rPr lang="en-US" sz="1200">
                          <a:solidFill>
                            <a:schemeClr val="dk1"/>
                          </a:solidFill>
                        </a:rPr>
                        <a:t>Appliances</a:t>
                      </a:r>
                      <a:endParaRPr sz="1600">
                        <a:solidFill>
                          <a:schemeClr val="dk1"/>
                        </a:solidFill>
                        <a:latin typeface="Times New Roman"/>
                        <a:ea typeface="Times New Roman"/>
                        <a:cs typeface="Times New Roman"/>
                        <a:sym typeface="Times New Roman"/>
                      </a:endParaRPr>
                    </a:p>
                  </a:txBody>
                  <a:tcPr marL="25400" marR="23500" marT="26675" marB="0">
                    <a:solidFill>
                      <a:schemeClr val="lt1"/>
                    </a:solidFill>
                  </a:tcPr>
                </a:tc>
                <a:tc>
                  <a:txBody>
                    <a:bodyPr/>
                    <a:lstStyle/>
                    <a:p>
                      <a:pPr marL="78105" marR="0" lvl="0" indent="0" algn="l" rtl="0">
                        <a:lnSpc>
                          <a:spcPct val="107000"/>
                        </a:lnSpc>
                        <a:spcBef>
                          <a:spcPts val="0"/>
                        </a:spcBef>
                        <a:spcAft>
                          <a:spcPts val="0"/>
                        </a:spcAft>
                        <a:buNone/>
                      </a:pPr>
                      <a:r>
                        <a:rPr lang="en-US" sz="1200">
                          <a:solidFill>
                            <a:schemeClr val="dk1"/>
                          </a:solidFill>
                        </a:rPr>
                        <a:t>$5,947,300</a:t>
                      </a:r>
                      <a:endParaRPr sz="1600">
                        <a:solidFill>
                          <a:schemeClr val="dk1"/>
                        </a:solidFill>
                        <a:latin typeface="Times New Roman"/>
                        <a:ea typeface="Times New Roman"/>
                        <a:cs typeface="Times New Roman"/>
                        <a:sym typeface="Times New Roman"/>
                      </a:endParaRPr>
                    </a:p>
                  </a:txBody>
                  <a:tcPr marL="25400" marR="23500" marT="26675" marB="0">
                    <a:solidFill>
                      <a:schemeClr val="lt1"/>
                    </a:solidFill>
                  </a:tcPr>
                </a:tc>
                <a:tc>
                  <a:txBody>
                    <a:bodyPr/>
                    <a:lstStyle/>
                    <a:p>
                      <a:pPr marL="78105" marR="0" lvl="0" indent="0" algn="l" rtl="0">
                        <a:lnSpc>
                          <a:spcPct val="107000"/>
                        </a:lnSpc>
                        <a:spcBef>
                          <a:spcPts val="0"/>
                        </a:spcBef>
                        <a:spcAft>
                          <a:spcPts val="0"/>
                        </a:spcAft>
                        <a:buNone/>
                      </a:pPr>
                      <a:r>
                        <a:rPr lang="en-US" sz="1200">
                          <a:solidFill>
                            <a:schemeClr val="dk1"/>
                          </a:solidFill>
                        </a:rPr>
                        <a:t>$6,104,500</a:t>
                      </a:r>
                      <a:endParaRPr sz="1600">
                        <a:solidFill>
                          <a:schemeClr val="dk1"/>
                        </a:solidFill>
                        <a:latin typeface="Times New Roman"/>
                        <a:ea typeface="Times New Roman"/>
                        <a:cs typeface="Times New Roman"/>
                        <a:sym typeface="Times New Roman"/>
                      </a:endParaRPr>
                    </a:p>
                  </a:txBody>
                  <a:tcPr marL="25400" marR="23500" marT="26675" marB="0">
                    <a:solidFill>
                      <a:schemeClr val="lt1"/>
                    </a:solidFill>
                  </a:tcPr>
                </a:tc>
                <a:tc>
                  <a:txBody>
                    <a:bodyPr/>
                    <a:lstStyle/>
                    <a:p>
                      <a:pPr marL="78105" marR="0" lvl="0" indent="0" algn="l" rtl="0">
                        <a:lnSpc>
                          <a:spcPct val="107000"/>
                        </a:lnSpc>
                        <a:spcBef>
                          <a:spcPts val="0"/>
                        </a:spcBef>
                        <a:spcAft>
                          <a:spcPts val="0"/>
                        </a:spcAft>
                        <a:buNone/>
                      </a:pPr>
                      <a:r>
                        <a:rPr lang="en-US" sz="1200">
                          <a:solidFill>
                            <a:schemeClr val="dk1"/>
                          </a:solidFill>
                        </a:rPr>
                        <a:t>$7,549,000</a:t>
                      </a:r>
                      <a:endParaRPr sz="1600">
                        <a:solidFill>
                          <a:schemeClr val="dk1"/>
                        </a:solidFill>
                        <a:latin typeface="Times New Roman"/>
                        <a:ea typeface="Times New Roman"/>
                        <a:cs typeface="Times New Roman"/>
                        <a:sym typeface="Times New Roman"/>
                      </a:endParaRPr>
                    </a:p>
                  </a:txBody>
                  <a:tcPr marL="25400" marR="23500" marT="26675" marB="0">
                    <a:solidFill>
                      <a:schemeClr val="lt1"/>
                    </a:solidFill>
                  </a:tcPr>
                </a:tc>
                <a:tc>
                  <a:txBody>
                    <a:bodyPr/>
                    <a:lstStyle/>
                    <a:p>
                      <a:pPr marL="18415" marR="0" lvl="0" indent="0" algn="just" rtl="0">
                        <a:lnSpc>
                          <a:spcPct val="107000"/>
                        </a:lnSpc>
                        <a:spcBef>
                          <a:spcPts val="0"/>
                        </a:spcBef>
                        <a:spcAft>
                          <a:spcPts val="0"/>
                        </a:spcAft>
                        <a:buNone/>
                      </a:pPr>
                      <a:r>
                        <a:rPr lang="en-US" sz="1200">
                          <a:solidFill>
                            <a:schemeClr val="dk1"/>
                          </a:solidFill>
                        </a:rPr>
                        <a:t>$19,600,800</a:t>
                      </a:r>
                      <a:endParaRPr sz="1600">
                        <a:solidFill>
                          <a:schemeClr val="dk1"/>
                        </a:solidFill>
                        <a:latin typeface="Times New Roman"/>
                        <a:ea typeface="Times New Roman"/>
                        <a:cs typeface="Times New Roman"/>
                        <a:sym typeface="Times New Roman"/>
                      </a:endParaRPr>
                    </a:p>
                  </a:txBody>
                  <a:tcPr marL="25400" marR="23500" marT="26675" marB="0">
                    <a:solidFill>
                      <a:schemeClr val="lt1"/>
                    </a:solidFill>
                  </a:tcPr>
                </a:tc>
                <a:extLst>
                  <a:ext uri="{0D108BD9-81ED-4DB2-BD59-A6C34878D82A}">
                    <a16:rowId xmlns:a16="http://schemas.microsoft.com/office/drawing/2014/main" val="10005"/>
                  </a:ext>
                </a:extLst>
              </a:tr>
              <a:tr h="207725">
                <a:tc>
                  <a:txBody>
                    <a:bodyPr/>
                    <a:lstStyle/>
                    <a:p>
                      <a:pPr marL="0" marR="3810" lvl="0" indent="0" algn="r" rtl="0">
                        <a:lnSpc>
                          <a:spcPct val="107000"/>
                        </a:lnSpc>
                        <a:spcBef>
                          <a:spcPts val="0"/>
                        </a:spcBef>
                        <a:spcAft>
                          <a:spcPts val="0"/>
                        </a:spcAft>
                        <a:buNone/>
                      </a:pPr>
                      <a:r>
                        <a:rPr lang="en-US" sz="1200">
                          <a:solidFill>
                            <a:schemeClr val="dk1"/>
                          </a:solidFill>
                        </a:rPr>
                        <a:t>Total</a:t>
                      </a:r>
                      <a:endParaRPr sz="1600">
                        <a:solidFill>
                          <a:schemeClr val="dk1"/>
                        </a:solidFill>
                        <a:latin typeface="Times New Roman"/>
                        <a:ea typeface="Times New Roman"/>
                        <a:cs typeface="Times New Roman"/>
                        <a:sym typeface="Times New Roman"/>
                      </a:endParaRPr>
                    </a:p>
                  </a:txBody>
                  <a:tcPr marL="25400" marR="23500" marT="26675" marB="0">
                    <a:solidFill>
                      <a:schemeClr val="lt1"/>
                    </a:solidFill>
                  </a:tcPr>
                </a:tc>
                <a:tc>
                  <a:txBody>
                    <a:bodyPr/>
                    <a:lstStyle/>
                    <a:p>
                      <a:pPr marL="18415" marR="0" lvl="0" indent="0" algn="just" rtl="0">
                        <a:lnSpc>
                          <a:spcPct val="107000"/>
                        </a:lnSpc>
                        <a:spcBef>
                          <a:spcPts val="0"/>
                        </a:spcBef>
                        <a:spcAft>
                          <a:spcPts val="0"/>
                        </a:spcAft>
                        <a:buNone/>
                      </a:pPr>
                      <a:r>
                        <a:rPr lang="en-US" sz="1200">
                          <a:solidFill>
                            <a:schemeClr val="dk1"/>
                          </a:solidFill>
                        </a:rPr>
                        <a:t>$27,373,200</a:t>
                      </a:r>
                      <a:endParaRPr sz="1600">
                        <a:solidFill>
                          <a:schemeClr val="dk1"/>
                        </a:solidFill>
                        <a:latin typeface="Times New Roman"/>
                        <a:ea typeface="Times New Roman"/>
                        <a:cs typeface="Times New Roman"/>
                        <a:sym typeface="Times New Roman"/>
                      </a:endParaRPr>
                    </a:p>
                  </a:txBody>
                  <a:tcPr marL="25400" marR="23500" marT="26675" marB="0">
                    <a:solidFill>
                      <a:schemeClr val="lt1"/>
                    </a:solidFill>
                  </a:tcPr>
                </a:tc>
                <a:tc>
                  <a:txBody>
                    <a:bodyPr/>
                    <a:lstStyle/>
                    <a:p>
                      <a:pPr marL="18415" marR="0" lvl="0" indent="0" algn="just" rtl="0">
                        <a:lnSpc>
                          <a:spcPct val="107000"/>
                        </a:lnSpc>
                        <a:spcBef>
                          <a:spcPts val="0"/>
                        </a:spcBef>
                        <a:spcAft>
                          <a:spcPts val="0"/>
                        </a:spcAft>
                        <a:buNone/>
                      </a:pPr>
                      <a:r>
                        <a:rPr lang="en-US" sz="1200">
                          <a:solidFill>
                            <a:schemeClr val="dk1"/>
                          </a:solidFill>
                        </a:rPr>
                        <a:t>$25,725,840</a:t>
                      </a:r>
                      <a:endParaRPr sz="1600">
                        <a:solidFill>
                          <a:schemeClr val="dk1"/>
                        </a:solidFill>
                        <a:latin typeface="Times New Roman"/>
                        <a:ea typeface="Times New Roman"/>
                        <a:cs typeface="Times New Roman"/>
                        <a:sym typeface="Times New Roman"/>
                      </a:endParaRPr>
                    </a:p>
                  </a:txBody>
                  <a:tcPr marL="25400" marR="23500" marT="26675" marB="0">
                    <a:solidFill>
                      <a:schemeClr val="lt1"/>
                    </a:solidFill>
                  </a:tcPr>
                </a:tc>
                <a:tc>
                  <a:txBody>
                    <a:bodyPr/>
                    <a:lstStyle/>
                    <a:p>
                      <a:pPr marL="18415" marR="0" lvl="0" indent="0" algn="just" rtl="0">
                        <a:lnSpc>
                          <a:spcPct val="107000"/>
                        </a:lnSpc>
                        <a:spcBef>
                          <a:spcPts val="0"/>
                        </a:spcBef>
                        <a:spcAft>
                          <a:spcPts val="0"/>
                        </a:spcAft>
                        <a:buNone/>
                      </a:pPr>
                      <a:r>
                        <a:rPr lang="en-US" sz="1200">
                          <a:solidFill>
                            <a:schemeClr val="dk1"/>
                          </a:solidFill>
                        </a:rPr>
                        <a:t>$34,373,100</a:t>
                      </a:r>
                      <a:endParaRPr sz="1600">
                        <a:solidFill>
                          <a:schemeClr val="dk1"/>
                        </a:solidFill>
                        <a:latin typeface="Times New Roman"/>
                        <a:ea typeface="Times New Roman"/>
                        <a:cs typeface="Times New Roman"/>
                        <a:sym typeface="Times New Roman"/>
                      </a:endParaRPr>
                    </a:p>
                  </a:txBody>
                  <a:tcPr marL="25400" marR="23500" marT="26675" marB="0">
                    <a:solidFill>
                      <a:schemeClr val="lt1"/>
                    </a:solidFill>
                  </a:tcPr>
                </a:tc>
                <a:tc>
                  <a:txBody>
                    <a:bodyPr/>
                    <a:lstStyle/>
                    <a:p>
                      <a:pPr marL="18415" marR="0" lvl="0" indent="0" algn="just" rtl="0">
                        <a:lnSpc>
                          <a:spcPct val="107000"/>
                        </a:lnSpc>
                        <a:spcBef>
                          <a:spcPts val="0"/>
                        </a:spcBef>
                        <a:spcAft>
                          <a:spcPts val="0"/>
                        </a:spcAft>
                        <a:buNone/>
                      </a:pPr>
                      <a:r>
                        <a:rPr lang="en-US" sz="1200">
                          <a:solidFill>
                            <a:schemeClr val="dk1"/>
                          </a:solidFill>
                        </a:rPr>
                        <a:t>$87,472,140</a:t>
                      </a:r>
                      <a:endParaRPr sz="1600">
                        <a:solidFill>
                          <a:schemeClr val="dk1"/>
                        </a:solidFill>
                        <a:latin typeface="Times New Roman"/>
                        <a:ea typeface="Times New Roman"/>
                        <a:cs typeface="Times New Roman"/>
                        <a:sym typeface="Times New Roman"/>
                      </a:endParaRPr>
                    </a:p>
                  </a:txBody>
                  <a:tcPr marL="25400" marR="23500" marT="26675" marB="0">
                    <a:solidFill>
                      <a:schemeClr val="lt1"/>
                    </a:solidFill>
                  </a:tcPr>
                </a:tc>
                <a:extLst>
                  <a:ext uri="{0D108BD9-81ED-4DB2-BD59-A6C34878D82A}">
                    <a16:rowId xmlns:a16="http://schemas.microsoft.com/office/drawing/2014/main" val="10006"/>
                  </a:ext>
                </a:extLst>
              </a:tr>
            </a:tbl>
          </a:graphicData>
        </a:graphic>
      </p:graphicFrame>
      <p:graphicFrame>
        <p:nvGraphicFramePr>
          <p:cNvPr id="579" name="Google Shape;579;p49"/>
          <p:cNvGraphicFramePr/>
          <p:nvPr/>
        </p:nvGraphicFramePr>
        <p:xfrm>
          <a:off x="847165" y="2491557"/>
          <a:ext cx="2361375" cy="1595127"/>
        </p:xfrm>
        <a:graphic>
          <a:graphicData uri="http://schemas.openxmlformats.org/drawingml/2006/table">
            <a:tbl>
              <a:tblPr firstRow="1" firstCol="1" bandRow="1">
                <a:noFill/>
                <a:tableStyleId>{131B6606-50E8-4F3F-95DB-24FF2E968E94}</a:tableStyleId>
              </a:tblPr>
              <a:tblGrid>
                <a:gridCol w="813850">
                  <a:extLst>
                    <a:ext uri="{9D8B030D-6E8A-4147-A177-3AD203B41FA5}">
                      <a16:colId xmlns:a16="http://schemas.microsoft.com/office/drawing/2014/main" val="20000"/>
                    </a:ext>
                  </a:extLst>
                </a:gridCol>
                <a:gridCol w="1547525">
                  <a:extLst>
                    <a:ext uri="{9D8B030D-6E8A-4147-A177-3AD203B41FA5}">
                      <a16:colId xmlns:a16="http://schemas.microsoft.com/office/drawing/2014/main" val="20001"/>
                    </a:ext>
                  </a:extLst>
                </a:gridCol>
              </a:tblGrid>
              <a:tr h="114300">
                <a:tc>
                  <a:txBody>
                    <a:bodyPr/>
                    <a:lstStyle/>
                    <a:p>
                      <a:pPr marL="0" marR="0" lvl="0" indent="0" algn="ctr" rtl="0">
                        <a:lnSpc>
                          <a:spcPct val="107000"/>
                        </a:lnSpc>
                        <a:spcBef>
                          <a:spcPts val="0"/>
                        </a:spcBef>
                        <a:spcAft>
                          <a:spcPts val="0"/>
                        </a:spcAft>
                        <a:buNone/>
                      </a:pPr>
                      <a:r>
                        <a:rPr lang="en-US" sz="1200">
                          <a:solidFill>
                            <a:schemeClr val="dk1"/>
                          </a:solidFill>
                        </a:rPr>
                        <a:t>LINE</a:t>
                      </a:r>
                      <a:endParaRPr sz="2000">
                        <a:solidFill>
                          <a:schemeClr val="dk1"/>
                        </a:solidFill>
                        <a:latin typeface="Times New Roman"/>
                        <a:ea typeface="Times New Roman"/>
                        <a:cs typeface="Times New Roman"/>
                        <a:sym typeface="Times New Roman"/>
                      </a:endParaRPr>
                    </a:p>
                  </a:txBody>
                  <a:tcPr marL="29200" marR="33650" marT="15250" marB="0">
                    <a:solidFill>
                      <a:schemeClr val="lt1"/>
                    </a:solidFill>
                  </a:tcPr>
                </a:tc>
                <a:tc>
                  <a:txBody>
                    <a:bodyPr/>
                    <a:lstStyle/>
                    <a:p>
                      <a:pPr marL="1270" marR="0" lvl="0" indent="0" algn="ctr" rtl="0">
                        <a:lnSpc>
                          <a:spcPct val="107000"/>
                        </a:lnSpc>
                        <a:spcBef>
                          <a:spcPts val="0"/>
                        </a:spcBef>
                        <a:spcAft>
                          <a:spcPts val="0"/>
                        </a:spcAft>
                        <a:buNone/>
                      </a:pPr>
                      <a:r>
                        <a:rPr lang="en-US" sz="1200">
                          <a:solidFill>
                            <a:schemeClr val="dk1"/>
                          </a:solidFill>
                        </a:rPr>
                        <a:t>TOTAL SALES</a:t>
                      </a:r>
                      <a:endParaRPr sz="2000">
                        <a:solidFill>
                          <a:schemeClr val="dk1"/>
                        </a:solidFill>
                        <a:latin typeface="Times New Roman"/>
                        <a:ea typeface="Times New Roman"/>
                        <a:cs typeface="Times New Roman"/>
                        <a:sym typeface="Times New Roman"/>
                      </a:endParaRPr>
                    </a:p>
                  </a:txBody>
                  <a:tcPr marL="29200" marR="33650" marT="15250" marB="0">
                    <a:solidFill>
                      <a:schemeClr val="lt1"/>
                    </a:solidFill>
                  </a:tcPr>
                </a:tc>
                <a:extLst>
                  <a:ext uri="{0D108BD9-81ED-4DB2-BD59-A6C34878D82A}">
                    <a16:rowId xmlns:a16="http://schemas.microsoft.com/office/drawing/2014/main" val="10000"/>
                  </a:ext>
                </a:extLst>
              </a:tr>
              <a:tr h="113025">
                <a:tc>
                  <a:txBody>
                    <a:bodyPr/>
                    <a:lstStyle/>
                    <a:p>
                      <a:pPr marL="0" marR="0" lvl="0" indent="0" algn="l" rtl="0">
                        <a:lnSpc>
                          <a:spcPct val="107000"/>
                        </a:lnSpc>
                        <a:spcBef>
                          <a:spcPts val="0"/>
                        </a:spcBef>
                        <a:spcAft>
                          <a:spcPts val="0"/>
                        </a:spcAft>
                        <a:buNone/>
                      </a:pPr>
                      <a:r>
                        <a:rPr lang="en-US" sz="1200">
                          <a:solidFill>
                            <a:schemeClr val="dk1"/>
                          </a:solidFill>
                        </a:rPr>
                        <a:t>Clothing</a:t>
                      </a:r>
                      <a:endParaRPr sz="2000">
                        <a:solidFill>
                          <a:schemeClr val="dk1"/>
                        </a:solidFill>
                        <a:latin typeface="Times New Roman"/>
                        <a:ea typeface="Times New Roman"/>
                        <a:cs typeface="Times New Roman"/>
                        <a:sym typeface="Times New Roman"/>
                      </a:endParaRPr>
                    </a:p>
                  </a:txBody>
                  <a:tcPr marL="29200" marR="33650" marT="15250" marB="0">
                    <a:solidFill>
                      <a:schemeClr val="lt1"/>
                    </a:solidFill>
                  </a:tcPr>
                </a:tc>
                <a:tc>
                  <a:txBody>
                    <a:bodyPr/>
                    <a:lstStyle/>
                    <a:p>
                      <a:pPr marL="0" marR="0" lvl="0" indent="0" algn="r" rtl="0">
                        <a:lnSpc>
                          <a:spcPct val="107000"/>
                        </a:lnSpc>
                        <a:spcBef>
                          <a:spcPts val="0"/>
                        </a:spcBef>
                        <a:spcAft>
                          <a:spcPts val="0"/>
                        </a:spcAft>
                        <a:buNone/>
                      </a:pPr>
                      <a:r>
                        <a:rPr lang="en-US" sz="1400">
                          <a:solidFill>
                            <a:schemeClr val="dk1"/>
                          </a:solidFill>
                        </a:rPr>
                        <a:t>$12,836,450</a:t>
                      </a:r>
                      <a:endParaRPr sz="2000">
                        <a:solidFill>
                          <a:schemeClr val="dk1"/>
                        </a:solidFill>
                        <a:latin typeface="Times New Roman"/>
                        <a:ea typeface="Times New Roman"/>
                        <a:cs typeface="Times New Roman"/>
                        <a:sym typeface="Times New Roman"/>
                      </a:endParaRPr>
                    </a:p>
                  </a:txBody>
                  <a:tcPr marL="29200" marR="33650" marT="15250" marB="0">
                    <a:solidFill>
                      <a:schemeClr val="lt1"/>
                    </a:solidFill>
                  </a:tcPr>
                </a:tc>
                <a:extLst>
                  <a:ext uri="{0D108BD9-81ED-4DB2-BD59-A6C34878D82A}">
                    <a16:rowId xmlns:a16="http://schemas.microsoft.com/office/drawing/2014/main" val="10001"/>
                  </a:ext>
                </a:extLst>
              </a:tr>
              <a:tr h="114300">
                <a:tc>
                  <a:txBody>
                    <a:bodyPr/>
                    <a:lstStyle/>
                    <a:p>
                      <a:pPr marL="0" marR="0" lvl="0" indent="0" algn="l" rtl="0">
                        <a:lnSpc>
                          <a:spcPct val="107000"/>
                        </a:lnSpc>
                        <a:spcBef>
                          <a:spcPts val="0"/>
                        </a:spcBef>
                        <a:spcAft>
                          <a:spcPts val="0"/>
                        </a:spcAft>
                        <a:buNone/>
                      </a:pPr>
                      <a:r>
                        <a:rPr lang="en-US" sz="1200">
                          <a:solidFill>
                            <a:schemeClr val="dk1"/>
                          </a:solidFill>
                        </a:rPr>
                        <a:t>Electronics</a:t>
                      </a:r>
                      <a:endParaRPr sz="2000">
                        <a:solidFill>
                          <a:schemeClr val="dk1"/>
                        </a:solidFill>
                        <a:latin typeface="Times New Roman"/>
                        <a:ea typeface="Times New Roman"/>
                        <a:cs typeface="Times New Roman"/>
                        <a:sym typeface="Times New Roman"/>
                      </a:endParaRPr>
                    </a:p>
                  </a:txBody>
                  <a:tcPr marL="29200" marR="33650" marT="15250" marB="0">
                    <a:solidFill>
                      <a:schemeClr val="lt1"/>
                    </a:solidFill>
                  </a:tcPr>
                </a:tc>
                <a:tc>
                  <a:txBody>
                    <a:bodyPr/>
                    <a:lstStyle/>
                    <a:p>
                      <a:pPr marL="0" marR="0" lvl="0" indent="0" algn="r" rtl="0">
                        <a:lnSpc>
                          <a:spcPct val="107000"/>
                        </a:lnSpc>
                        <a:spcBef>
                          <a:spcPts val="0"/>
                        </a:spcBef>
                        <a:spcAft>
                          <a:spcPts val="0"/>
                        </a:spcAft>
                        <a:buNone/>
                      </a:pPr>
                      <a:r>
                        <a:rPr lang="en-US" sz="1400">
                          <a:solidFill>
                            <a:schemeClr val="dk1"/>
                          </a:solidFill>
                        </a:rPr>
                        <a:t>$16,068,300</a:t>
                      </a:r>
                      <a:endParaRPr sz="2000">
                        <a:solidFill>
                          <a:schemeClr val="dk1"/>
                        </a:solidFill>
                        <a:latin typeface="Times New Roman"/>
                        <a:ea typeface="Times New Roman"/>
                        <a:cs typeface="Times New Roman"/>
                        <a:sym typeface="Times New Roman"/>
                      </a:endParaRPr>
                    </a:p>
                  </a:txBody>
                  <a:tcPr marL="29200" marR="33650" marT="15250" marB="0">
                    <a:solidFill>
                      <a:schemeClr val="lt1"/>
                    </a:solidFill>
                  </a:tcPr>
                </a:tc>
                <a:extLst>
                  <a:ext uri="{0D108BD9-81ED-4DB2-BD59-A6C34878D82A}">
                    <a16:rowId xmlns:a16="http://schemas.microsoft.com/office/drawing/2014/main" val="10002"/>
                  </a:ext>
                </a:extLst>
              </a:tr>
              <a:tr h="113025">
                <a:tc>
                  <a:txBody>
                    <a:bodyPr/>
                    <a:lstStyle/>
                    <a:p>
                      <a:pPr marL="0" marR="0" lvl="0" indent="0" algn="l" rtl="0">
                        <a:lnSpc>
                          <a:spcPct val="107000"/>
                        </a:lnSpc>
                        <a:spcBef>
                          <a:spcPts val="0"/>
                        </a:spcBef>
                        <a:spcAft>
                          <a:spcPts val="0"/>
                        </a:spcAft>
                        <a:buNone/>
                      </a:pPr>
                      <a:r>
                        <a:rPr lang="en-US" sz="1200">
                          <a:solidFill>
                            <a:schemeClr val="dk1"/>
                          </a:solidFill>
                        </a:rPr>
                        <a:t>Video</a:t>
                      </a:r>
                      <a:endParaRPr sz="2000">
                        <a:solidFill>
                          <a:schemeClr val="dk1"/>
                        </a:solidFill>
                        <a:latin typeface="Times New Roman"/>
                        <a:ea typeface="Times New Roman"/>
                        <a:cs typeface="Times New Roman"/>
                        <a:sym typeface="Times New Roman"/>
                      </a:endParaRPr>
                    </a:p>
                  </a:txBody>
                  <a:tcPr marL="29200" marR="33650" marT="15250" marB="0">
                    <a:solidFill>
                      <a:schemeClr val="lt1"/>
                    </a:solidFill>
                  </a:tcPr>
                </a:tc>
                <a:tc>
                  <a:txBody>
                    <a:bodyPr/>
                    <a:lstStyle/>
                    <a:p>
                      <a:pPr marL="0" marR="0" lvl="0" indent="0" algn="r" rtl="0">
                        <a:lnSpc>
                          <a:spcPct val="107000"/>
                        </a:lnSpc>
                        <a:spcBef>
                          <a:spcPts val="0"/>
                        </a:spcBef>
                        <a:spcAft>
                          <a:spcPts val="0"/>
                        </a:spcAft>
                        <a:buNone/>
                      </a:pPr>
                      <a:r>
                        <a:rPr lang="en-US" sz="1400">
                          <a:solidFill>
                            <a:schemeClr val="dk1"/>
                          </a:solidFill>
                        </a:rPr>
                        <a:t>$21,262,190</a:t>
                      </a:r>
                      <a:endParaRPr sz="2000">
                        <a:solidFill>
                          <a:schemeClr val="dk1"/>
                        </a:solidFill>
                        <a:latin typeface="Times New Roman"/>
                        <a:ea typeface="Times New Roman"/>
                        <a:cs typeface="Times New Roman"/>
                        <a:sym typeface="Times New Roman"/>
                      </a:endParaRPr>
                    </a:p>
                  </a:txBody>
                  <a:tcPr marL="29200" marR="33650" marT="15250" marB="0">
                    <a:solidFill>
                      <a:schemeClr val="lt1"/>
                    </a:solidFill>
                  </a:tcPr>
                </a:tc>
                <a:extLst>
                  <a:ext uri="{0D108BD9-81ED-4DB2-BD59-A6C34878D82A}">
                    <a16:rowId xmlns:a16="http://schemas.microsoft.com/office/drawing/2014/main" val="10003"/>
                  </a:ext>
                </a:extLst>
              </a:tr>
              <a:tr h="114300">
                <a:tc>
                  <a:txBody>
                    <a:bodyPr/>
                    <a:lstStyle/>
                    <a:p>
                      <a:pPr marL="0" marR="0" lvl="0" indent="0" algn="l" rtl="0">
                        <a:lnSpc>
                          <a:spcPct val="107000"/>
                        </a:lnSpc>
                        <a:spcBef>
                          <a:spcPts val="0"/>
                        </a:spcBef>
                        <a:spcAft>
                          <a:spcPts val="0"/>
                        </a:spcAft>
                        <a:buNone/>
                      </a:pPr>
                      <a:r>
                        <a:rPr lang="en-US" sz="1200">
                          <a:solidFill>
                            <a:schemeClr val="dk1"/>
                          </a:solidFill>
                        </a:rPr>
                        <a:t>Kitchen</a:t>
                      </a:r>
                      <a:endParaRPr sz="2000">
                        <a:solidFill>
                          <a:schemeClr val="dk1"/>
                        </a:solidFill>
                        <a:latin typeface="Times New Roman"/>
                        <a:ea typeface="Times New Roman"/>
                        <a:cs typeface="Times New Roman"/>
                        <a:sym typeface="Times New Roman"/>
                      </a:endParaRPr>
                    </a:p>
                  </a:txBody>
                  <a:tcPr marL="29200" marR="33650" marT="15250" marB="0">
                    <a:solidFill>
                      <a:schemeClr val="lt1"/>
                    </a:solidFill>
                  </a:tcPr>
                </a:tc>
                <a:tc>
                  <a:txBody>
                    <a:bodyPr/>
                    <a:lstStyle/>
                    <a:p>
                      <a:pPr marL="0" marR="0" lvl="0" indent="0" algn="r" rtl="0">
                        <a:lnSpc>
                          <a:spcPct val="107000"/>
                        </a:lnSpc>
                        <a:spcBef>
                          <a:spcPts val="0"/>
                        </a:spcBef>
                        <a:spcAft>
                          <a:spcPts val="0"/>
                        </a:spcAft>
                        <a:buNone/>
                      </a:pPr>
                      <a:r>
                        <a:rPr lang="en-US" sz="1400">
                          <a:solidFill>
                            <a:schemeClr val="dk1"/>
                          </a:solidFill>
                        </a:rPr>
                        <a:t>$17,704,400</a:t>
                      </a:r>
                      <a:endParaRPr sz="2000">
                        <a:solidFill>
                          <a:schemeClr val="dk1"/>
                        </a:solidFill>
                        <a:latin typeface="Times New Roman"/>
                        <a:ea typeface="Times New Roman"/>
                        <a:cs typeface="Times New Roman"/>
                        <a:sym typeface="Times New Roman"/>
                      </a:endParaRPr>
                    </a:p>
                  </a:txBody>
                  <a:tcPr marL="29200" marR="33650" marT="15250" marB="0">
                    <a:solidFill>
                      <a:schemeClr val="lt1"/>
                    </a:solidFill>
                  </a:tcPr>
                </a:tc>
                <a:extLst>
                  <a:ext uri="{0D108BD9-81ED-4DB2-BD59-A6C34878D82A}">
                    <a16:rowId xmlns:a16="http://schemas.microsoft.com/office/drawing/2014/main" val="10004"/>
                  </a:ext>
                </a:extLst>
              </a:tr>
              <a:tr h="114300">
                <a:tc>
                  <a:txBody>
                    <a:bodyPr/>
                    <a:lstStyle/>
                    <a:p>
                      <a:pPr marL="0" marR="0" lvl="0" indent="0" algn="l" rtl="0">
                        <a:lnSpc>
                          <a:spcPct val="107000"/>
                        </a:lnSpc>
                        <a:spcBef>
                          <a:spcPts val="0"/>
                        </a:spcBef>
                        <a:spcAft>
                          <a:spcPts val="0"/>
                        </a:spcAft>
                        <a:buNone/>
                      </a:pPr>
                      <a:r>
                        <a:rPr lang="en-US" sz="1200">
                          <a:solidFill>
                            <a:schemeClr val="dk1"/>
                          </a:solidFill>
                        </a:rPr>
                        <a:t>Appliances</a:t>
                      </a:r>
                      <a:endParaRPr sz="2000">
                        <a:solidFill>
                          <a:schemeClr val="dk1"/>
                        </a:solidFill>
                        <a:latin typeface="Times New Roman"/>
                        <a:ea typeface="Times New Roman"/>
                        <a:cs typeface="Times New Roman"/>
                        <a:sym typeface="Times New Roman"/>
                      </a:endParaRPr>
                    </a:p>
                  </a:txBody>
                  <a:tcPr marL="29200" marR="33650" marT="15250" marB="0">
                    <a:solidFill>
                      <a:schemeClr val="lt1"/>
                    </a:solidFill>
                  </a:tcPr>
                </a:tc>
                <a:tc>
                  <a:txBody>
                    <a:bodyPr/>
                    <a:lstStyle/>
                    <a:p>
                      <a:pPr marL="0" marR="0" lvl="0" indent="0" algn="r" rtl="0">
                        <a:lnSpc>
                          <a:spcPct val="107000"/>
                        </a:lnSpc>
                        <a:spcBef>
                          <a:spcPts val="0"/>
                        </a:spcBef>
                        <a:spcAft>
                          <a:spcPts val="0"/>
                        </a:spcAft>
                        <a:buNone/>
                      </a:pPr>
                      <a:r>
                        <a:rPr lang="en-US" sz="1400">
                          <a:solidFill>
                            <a:schemeClr val="dk1"/>
                          </a:solidFill>
                        </a:rPr>
                        <a:t>$19,600,800</a:t>
                      </a:r>
                      <a:endParaRPr sz="2000">
                        <a:solidFill>
                          <a:schemeClr val="dk1"/>
                        </a:solidFill>
                        <a:latin typeface="Times New Roman"/>
                        <a:ea typeface="Times New Roman"/>
                        <a:cs typeface="Times New Roman"/>
                        <a:sym typeface="Times New Roman"/>
                      </a:endParaRPr>
                    </a:p>
                  </a:txBody>
                  <a:tcPr marL="29200" marR="33650" marT="15250" marB="0">
                    <a:solidFill>
                      <a:schemeClr val="lt1"/>
                    </a:solidFill>
                  </a:tcPr>
                </a:tc>
                <a:extLst>
                  <a:ext uri="{0D108BD9-81ED-4DB2-BD59-A6C34878D82A}">
                    <a16:rowId xmlns:a16="http://schemas.microsoft.com/office/drawing/2014/main" val="10005"/>
                  </a:ext>
                </a:extLst>
              </a:tr>
              <a:tr h="113025">
                <a:tc>
                  <a:txBody>
                    <a:bodyPr/>
                    <a:lstStyle/>
                    <a:p>
                      <a:pPr marL="0" marR="1270" lvl="0" indent="0" algn="r" rtl="0">
                        <a:lnSpc>
                          <a:spcPct val="107000"/>
                        </a:lnSpc>
                        <a:spcBef>
                          <a:spcPts val="0"/>
                        </a:spcBef>
                        <a:spcAft>
                          <a:spcPts val="0"/>
                        </a:spcAft>
                        <a:buNone/>
                      </a:pPr>
                      <a:r>
                        <a:rPr lang="en-US" sz="1200">
                          <a:solidFill>
                            <a:schemeClr val="dk1"/>
                          </a:solidFill>
                        </a:rPr>
                        <a:t>Total</a:t>
                      </a:r>
                      <a:endParaRPr sz="2000">
                        <a:solidFill>
                          <a:schemeClr val="dk1"/>
                        </a:solidFill>
                        <a:latin typeface="Times New Roman"/>
                        <a:ea typeface="Times New Roman"/>
                        <a:cs typeface="Times New Roman"/>
                        <a:sym typeface="Times New Roman"/>
                      </a:endParaRPr>
                    </a:p>
                  </a:txBody>
                  <a:tcPr marL="29200" marR="33650" marT="15250" marB="0">
                    <a:solidFill>
                      <a:schemeClr val="lt1"/>
                    </a:solidFill>
                  </a:tcPr>
                </a:tc>
                <a:tc>
                  <a:txBody>
                    <a:bodyPr/>
                    <a:lstStyle/>
                    <a:p>
                      <a:pPr marL="0" marR="0" lvl="0" indent="0" algn="r" rtl="0">
                        <a:lnSpc>
                          <a:spcPct val="107000"/>
                        </a:lnSpc>
                        <a:spcBef>
                          <a:spcPts val="0"/>
                        </a:spcBef>
                        <a:spcAft>
                          <a:spcPts val="0"/>
                        </a:spcAft>
                        <a:buNone/>
                      </a:pPr>
                      <a:r>
                        <a:rPr lang="en-US" sz="1400">
                          <a:solidFill>
                            <a:schemeClr val="dk1"/>
                          </a:solidFill>
                        </a:rPr>
                        <a:t>$87,472,140</a:t>
                      </a:r>
                      <a:endParaRPr sz="2000">
                        <a:solidFill>
                          <a:schemeClr val="dk1"/>
                        </a:solidFill>
                        <a:latin typeface="Times New Roman"/>
                        <a:ea typeface="Times New Roman"/>
                        <a:cs typeface="Times New Roman"/>
                        <a:sym typeface="Times New Roman"/>
                      </a:endParaRPr>
                    </a:p>
                  </a:txBody>
                  <a:tcPr marL="29200" marR="33650" marT="15250" marB="0">
                    <a:solidFill>
                      <a:schemeClr val="lt1"/>
                    </a:solidFill>
                  </a:tcPr>
                </a:tc>
                <a:extLst>
                  <a:ext uri="{0D108BD9-81ED-4DB2-BD59-A6C34878D82A}">
                    <a16:rowId xmlns:a16="http://schemas.microsoft.com/office/drawing/2014/main" val="10006"/>
                  </a:ext>
                </a:extLst>
              </a:tr>
            </a:tbl>
          </a:graphicData>
        </a:graphic>
      </p:graphicFrame>
      <p:cxnSp>
        <p:nvCxnSpPr>
          <p:cNvPr id="580" name="Google Shape;580;p49"/>
          <p:cNvCxnSpPr/>
          <p:nvPr/>
        </p:nvCxnSpPr>
        <p:spPr>
          <a:xfrm rot="10800000" flipH="1">
            <a:off x="3547759" y="2362201"/>
            <a:ext cx="766916" cy="339213"/>
          </a:xfrm>
          <a:prstGeom prst="straightConnector1">
            <a:avLst/>
          </a:prstGeom>
          <a:noFill/>
          <a:ln w="9525" cap="flat" cmpd="sng">
            <a:solidFill>
              <a:schemeClr val="dk1"/>
            </a:solidFill>
            <a:prstDash val="solid"/>
            <a:miter lim="800000"/>
            <a:headEnd type="none" w="sm" len="sm"/>
            <a:tailEnd type="triangle" w="med" len="med"/>
          </a:ln>
        </p:spPr>
      </p:cxnSp>
      <p:sp>
        <p:nvSpPr>
          <p:cNvPr id="581" name="Google Shape;581;p49"/>
          <p:cNvSpPr txBox="1"/>
          <p:nvPr/>
        </p:nvSpPr>
        <p:spPr>
          <a:xfrm>
            <a:off x="3444521" y="2199969"/>
            <a:ext cx="119776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Helvetica Neue"/>
                <a:ea typeface="Helvetica Neue"/>
                <a:cs typeface="Helvetica Neue"/>
                <a:sym typeface="Helvetica Neue"/>
              </a:rPr>
              <a:t>Drill down</a:t>
            </a:r>
            <a:endParaRPr/>
          </a:p>
        </p:txBody>
      </p:sp>
      <p:cxnSp>
        <p:nvCxnSpPr>
          <p:cNvPr id="582" name="Google Shape;582;p49"/>
          <p:cNvCxnSpPr/>
          <p:nvPr/>
        </p:nvCxnSpPr>
        <p:spPr>
          <a:xfrm>
            <a:off x="6630172" y="3202859"/>
            <a:ext cx="0" cy="501446"/>
          </a:xfrm>
          <a:prstGeom prst="straightConnector1">
            <a:avLst/>
          </a:prstGeom>
          <a:noFill/>
          <a:ln w="9525" cap="flat" cmpd="sng">
            <a:solidFill>
              <a:schemeClr val="dk1"/>
            </a:solidFill>
            <a:prstDash val="solid"/>
            <a:miter lim="800000"/>
            <a:headEnd type="none" w="sm" len="sm"/>
            <a:tailEnd type="triangle" w="med" len="med"/>
          </a:ln>
        </p:spPr>
      </p:cxnSp>
      <p:sp>
        <p:nvSpPr>
          <p:cNvPr id="583" name="Google Shape;583;p49"/>
          <p:cNvSpPr txBox="1"/>
          <p:nvPr/>
        </p:nvSpPr>
        <p:spPr>
          <a:xfrm>
            <a:off x="6797316" y="3296265"/>
            <a:ext cx="156966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Helvetica Neue"/>
                <a:ea typeface="Helvetica Neue"/>
                <a:cs typeface="Helvetica Neue"/>
                <a:sym typeface="Helvetica Neue"/>
              </a:rPr>
              <a:t>Rotate / Pivot</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7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7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8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8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7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8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8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587"/>
        <p:cNvGrpSpPr/>
        <p:nvPr/>
      </p:nvGrpSpPr>
      <p:grpSpPr>
        <a:xfrm>
          <a:off x="0" y="0"/>
          <a:ext cx="0" cy="0"/>
          <a:chOff x="0" y="0"/>
          <a:chExt cx="0" cy="0"/>
        </a:xfrm>
      </p:grpSpPr>
      <p:sp>
        <p:nvSpPr>
          <p:cNvPr id="588" name="Google Shape;588;p50"/>
          <p:cNvSpPr txBox="1">
            <a:spLocks noGrp="1"/>
          </p:cNvSpPr>
          <p:nvPr>
            <p:ph type="title"/>
          </p:nvPr>
        </p:nvSpPr>
        <p:spPr>
          <a:xfrm>
            <a:off x="838200" y="160569"/>
            <a:ext cx="9321800" cy="76436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3200"/>
              <a:buFont typeface="Helvetica Neue"/>
              <a:buNone/>
            </a:pPr>
            <a:r>
              <a:rPr lang="en-US"/>
              <a:t>Features of OLAP</a:t>
            </a:r>
            <a:endParaRPr/>
          </a:p>
        </p:txBody>
      </p:sp>
      <p:graphicFrame>
        <p:nvGraphicFramePr>
          <p:cNvPr id="589" name="Google Shape;589;p50"/>
          <p:cNvGraphicFramePr/>
          <p:nvPr/>
        </p:nvGraphicFramePr>
        <p:xfrm>
          <a:off x="304800" y="1207899"/>
          <a:ext cx="8350025" cy="1821556"/>
        </p:xfrm>
        <a:graphic>
          <a:graphicData uri="http://schemas.openxmlformats.org/drawingml/2006/table">
            <a:tbl>
              <a:tblPr firstRow="1" firstCol="1" bandRow="1">
                <a:noFill/>
                <a:tableStyleId>{131B6606-50E8-4F3F-95DB-24FF2E968E94}</a:tableStyleId>
              </a:tblPr>
              <a:tblGrid>
                <a:gridCol w="2779750">
                  <a:extLst>
                    <a:ext uri="{9D8B030D-6E8A-4147-A177-3AD203B41FA5}">
                      <a16:colId xmlns:a16="http://schemas.microsoft.com/office/drawing/2014/main" val="20000"/>
                    </a:ext>
                  </a:extLst>
                </a:gridCol>
                <a:gridCol w="2788975">
                  <a:extLst>
                    <a:ext uri="{9D8B030D-6E8A-4147-A177-3AD203B41FA5}">
                      <a16:colId xmlns:a16="http://schemas.microsoft.com/office/drawing/2014/main" val="20001"/>
                    </a:ext>
                  </a:extLst>
                </a:gridCol>
                <a:gridCol w="2781300">
                  <a:extLst>
                    <a:ext uri="{9D8B030D-6E8A-4147-A177-3AD203B41FA5}">
                      <a16:colId xmlns:a16="http://schemas.microsoft.com/office/drawing/2014/main" val="20002"/>
                    </a:ext>
                  </a:extLst>
                </a:gridCol>
              </a:tblGrid>
              <a:tr h="530075">
                <a:tc>
                  <a:txBody>
                    <a:bodyPr/>
                    <a:lstStyle/>
                    <a:p>
                      <a:pPr marL="0" marR="0" lvl="0" indent="0" algn="ctr" rtl="0">
                        <a:lnSpc>
                          <a:spcPct val="107000"/>
                        </a:lnSpc>
                        <a:spcBef>
                          <a:spcPts val="0"/>
                        </a:spcBef>
                        <a:spcAft>
                          <a:spcPts val="0"/>
                        </a:spcAft>
                        <a:buNone/>
                      </a:pPr>
                      <a:r>
                        <a:rPr lang="en-US" sz="1600" b="1">
                          <a:solidFill>
                            <a:schemeClr val="dk1"/>
                          </a:solidFill>
                        </a:rPr>
                        <a:t>Multidimensional analysis</a:t>
                      </a:r>
                      <a:endParaRPr sz="1600" b="1">
                        <a:solidFill>
                          <a:schemeClr val="dk1"/>
                        </a:solidFill>
                        <a:latin typeface="Times New Roman"/>
                        <a:ea typeface="Times New Roman"/>
                        <a:cs typeface="Times New Roman"/>
                        <a:sym typeface="Times New Roman"/>
                      </a:endParaRPr>
                    </a:p>
                  </a:txBody>
                  <a:tcPr marL="112225" marR="63425" marT="0" marB="47000" anchor="ctr">
                    <a:solidFill>
                      <a:srgbClr val="BBD6EE"/>
                    </a:solidFill>
                  </a:tcPr>
                </a:tc>
                <a:tc>
                  <a:txBody>
                    <a:bodyPr/>
                    <a:lstStyle/>
                    <a:p>
                      <a:pPr marL="8890" marR="12700" lvl="0" indent="0" algn="ctr" rtl="0">
                        <a:lnSpc>
                          <a:spcPct val="107000"/>
                        </a:lnSpc>
                        <a:spcBef>
                          <a:spcPts val="0"/>
                        </a:spcBef>
                        <a:spcAft>
                          <a:spcPts val="0"/>
                        </a:spcAft>
                        <a:buNone/>
                      </a:pPr>
                      <a:r>
                        <a:rPr lang="en-US" sz="1600" b="1">
                          <a:solidFill>
                            <a:schemeClr val="dk1"/>
                          </a:solidFill>
                        </a:rPr>
                        <a:t>Consistent performance</a:t>
                      </a:r>
                      <a:endParaRPr sz="1600" b="1">
                        <a:solidFill>
                          <a:schemeClr val="dk1"/>
                        </a:solidFill>
                        <a:latin typeface="Times New Roman"/>
                        <a:ea typeface="Times New Roman"/>
                        <a:cs typeface="Times New Roman"/>
                        <a:sym typeface="Times New Roman"/>
                      </a:endParaRPr>
                    </a:p>
                  </a:txBody>
                  <a:tcPr marL="112225" marR="63425" marT="0" marB="47000" anchor="ctr">
                    <a:solidFill>
                      <a:srgbClr val="BBD6EE"/>
                    </a:solidFill>
                  </a:tcPr>
                </a:tc>
                <a:tc>
                  <a:txBody>
                    <a:bodyPr/>
                    <a:lstStyle/>
                    <a:p>
                      <a:pPr marL="1270" marR="0" lvl="0" indent="52070" algn="ctr" rtl="0">
                        <a:lnSpc>
                          <a:spcPct val="107000"/>
                        </a:lnSpc>
                        <a:spcBef>
                          <a:spcPts val="0"/>
                        </a:spcBef>
                        <a:spcAft>
                          <a:spcPts val="0"/>
                        </a:spcAft>
                        <a:buNone/>
                      </a:pPr>
                      <a:r>
                        <a:rPr lang="en-US" sz="1600" b="1">
                          <a:solidFill>
                            <a:schemeClr val="dk1"/>
                          </a:solidFill>
                        </a:rPr>
                        <a:t>Fast response times for interactive queries</a:t>
                      </a:r>
                      <a:endParaRPr sz="1600" b="1">
                        <a:solidFill>
                          <a:schemeClr val="dk1"/>
                        </a:solidFill>
                        <a:latin typeface="Times New Roman"/>
                        <a:ea typeface="Times New Roman"/>
                        <a:cs typeface="Times New Roman"/>
                        <a:sym typeface="Times New Roman"/>
                      </a:endParaRPr>
                    </a:p>
                  </a:txBody>
                  <a:tcPr marL="112225" marR="63425" marT="0" marB="47000" anchor="ctr">
                    <a:solidFill>
                      <a:srgbClr val="BBD6EE"/>
                    </a:solidFill>
                  </a:tcPr>
                </a:tc>
                <a:extLst>
                  <a:ext uri="{0D108BD9-81ED-4DB2-BD59-A6C34878D82A}">
                    <a16:rowId xmlns:a16="http://schemas.microsoft.com/office/drawing/2014/main" val="10000"/>
                  </a:ext>
                </a:extLst>
              </a:tr>
              <a:tr h="530075">
                <a:tc>
                  <a:txBody>
                    <a:bodyPr/>
                    <a:lstStyle/>
                    <a:p>
                      <a:pPr marL="27940" marR="0" lvl="0" indent="0" algn="ctr" rtl="0">
                        <a:lnSpc>
                          <a:spcPct val="107000"/>
                        </a:lnSpc>
                        <a:spcBef>
                          <a:spcPts val="0"/>
                        </a:spcBef>
                        <a:spcAft>
                          <a:spcPts val="0"/>
                        </a:spcAft>
                        <a:buNone/>
                      </a:pPr>
                      <a:r>
                        <a:rPr lang="en-US" sz="1600" b="1">
                          <a:solidFill>
                            <a:schemeClr val="dk1"/>
                          </a:solidFill>
                        </a:rPr>
                        <a:t>Drill-down and     roll-up</a:t>
                      </a:r>
                      <a:endParaRPr sz="1600" b="1">
                        <a:solidFill>
                          <a:schemeClr val="dk1"/>
                        </a:solidFill>
                        <a:latin typeface="Times New Roman"/>
                        <a:ea typeface="Times New Roman"/>
                        <a:cs typeface="Times New Roman"/>
                        <a:sym typeface="Times New Roman"/>
                      </a:endParaRPr>
                    </a:p>
                  </a:txBody>
                  <a:tcPr marL="112225" marR="63425" marT="0" marB="47000" anchor="ctr">
                    <a:solidFill>
                      <a:srgbClr val="BBD6EE"/>
                    </a:solidFill>
                  </a:tcPr>
                </a:tc>
                <a:tc>
                  <a:txBody>
                    <a:bodyPr/>
                    <a:lstStyle/>
                    <a:p>
                      <a:pPr marL="0" marR="0" lvl="0" indent="0" algn="ctr" rtl="0">
                        <a:lnSpc>
                          <a:spcPct val="107000"/>
                        </a:lnSpc>
                        <a:spcBef>
                          <a:spcPts val="0"/>
                        </a:spcBef>
                        <a:spcAft>
                          <a:spcPts val="0"/>
                        </a:spcAft>
                        <a:buNone/>
                      </a:pPr>
                      <a:r>
                        <a:rPr lang="en-US" sz="1600" b="1">
                          <a:solidFill>
                            <a:schemeClr val="dk1"/>
                          </a:solidFill>
                        </a:rPr>
                        <a:t>Navigation in and out of details</a:t>
                      </a:r>
                      <a:endParaRPr sz="1600" b="1">
                        <a:solidFill>
                          <a:schemeClr val="dk1"/>
                        </a:solidFill>
                        <a:latin typeface="Times New Roman"/>
                        <a:ea typeface="Times New Roman"/>
                        <a:cs typeface="Times New Roman"/>
                        <a:sym typeface="Times New Roman"/>
                      </a:endParaRPr>
                    </a:p>
                  </a:txBody>
                  <a:tcPr marL="112225" marR="63425" marT="0" marB="47000" anchor="ctr">
                    <a:solidFill>
                      <a:srgbClr val="BBD6EE"/>
                    </a:solidFill>
                  </a:tcPr>
                </a:tc>
                <a:tc>
                  <a:txBody>
                    <a:bodyPr/>
                    <a:lstStyle/>
                    <a:p>
                      <a:pPr marL="304800" marR="0" lvl="0" indent="-201295" algn="ctr" rtl="0">
                        <a:lnSpc>
                          <a:spcPct val="107000"/>
                        </a:lnSpc>
                        <a:spcBef>
                          <a:spcPts val="0"/>
                        </a:spcBef>
                        <a:spcAft>
                          <a:spcPts val="0"/>
                        </a:spcAft>
                        <a:buNone/>
                      </a:pPr>
                      <a:r>
                        <a:rPr lang="en-US" sz="1600" b="1">
                          <a:solidFill>
                            <a:schemeClr val="dk1"/>
                          </a:solidFill>
                        </a:rPr>
                        <a:t>Slice-and-dice or rotation</a:t>
                      </a:r>
                      <a:endParaRPr sz="1600" b="1">
                        <a:solidFill>
                          <a:schemeClr val="dk1"/>
                        </a:solidFill>
                        <a:latin typeface="Times New Roman"/>
                        <a:ea typeface="Times New Roman"/>
                        <a:cs typeface="Times New Roman"/>
                        <a:sym typeface="Times New Roman"/>
                      </a:endParaRPr>
                    </a:p>
                  </a:txBody>
                  <a:tcPr marL="112225" marR="63425" marT="0" marB="47000" anchor="ctr">
                    <a:solidFill>
                      <a:srgbClr val="BBD6EE"/>
                    </a:solidFill>
                  </a:tcPr>
                </a:tc>
                <a:extLst>
                  <a:ext uri="{0D108BD9-81ED-4DB2-BD59-A6C34878D82A}">
                    <a16:rowId xmlns:a16="http://schemas.microsoft.com/office/drawing/2014/main" val="10001"/>
                  </a:ext>
                </a:extLst>
              </a:tr>
              <a:tr h="709650">
                <a:tc>
                  <a:txBody>
                    <a:bodyPr/>
                    <a:lstStyle/>
                    <a:p>
                      <a:pPr marL="60325" marR="0" lvl="0" indent="0" algn="ctr" rtl="0">
                        <a:lnSpc>
                          <a:spcPct val="107000"/>
                        </a:lnSpc>
                        <a:spcBef>
                          <a:spcPts val="0"/>
                        </a:spcBef>
                        <a:spcAft>
                          <a:spcPts val="0"/>
                        </a:spcAft>
                        <a:buNone/>
                      </a:pPr>
                      <a:r>
                        <a:rPr lang="en-US" sz="1600" b="1">
                          <a:solidFill>
                            <a:schemeClr val="dk1"/>
                          </a:solidFill>
                        </a:rPr>
                        <a:t>Multiple view    modes</a:t>
                      </a:r>
                      <a:endParaRPr sz="1600" b="1">
                        <a:solidFill>
                          <a:schemeClr val="dk1"/>
                        </a:solidFill>
                        <a:latin typeface="Times New Roman"/>
                        <a:ea typeface="Times New Roman"/>
                        <a:cs typeface="Times New Roman"/>
                        <a:sym typeface="Times New Roman"/>
                      </a:endParaRPr>
                    </a:p>
                  </a:txBody>
                  <a:tcPr marL="112225" marR="63425" marT="0" marB="47000" anchor="ctr">
                    <a:solidFill>
                      <a:srgbClr val="BBD6EE"/>
                    </a:solidFill>
                  </a:tcPr>
                </a:tc>
                <a:tc>
                  <a:txBody>
                    <a:bodyPr/>
                    <a:lstStyle/>
                    <a:p>
                      <a:pPr marL="179705" marR="0" lvl="0" indent="0" algn="ctr" rtl="0">
                        <a:lnSpc>
                          <a:spcPct val="107000"/>
                        </a:lnSpc>
                        <a:spcBef>
                          <a:spcPts val="0"/>
                        </a:spcBef>
                        <a:spcAft>
                          <a:spcPts val="0"/>
                        </a:spcAft>
                        <a:buNone/>
                      </a:pPr>
                      <a:r>
                        <a:rPr lang="en-US" sz="1600" b="1">
                          <a:solidFill>
                            <a:schemeClr val="dk1"/>
                          </a:solidFill>
                        </a:rPr>
                        <a:t>Easy               scalability</a:t>
                      </a:r>
                      <a:endParaRPr sz="1600" b="1">
                        <a:solidFill>
                          <a:schemeClr val="dk1"/>
                        </a:solidFill>
                        <a:latin typeface="Times New Roman"/>
                        <a:ea typeface="Times New Roman"/>
                        <a:cs typeface="Times New Roman"/>
                        <a:sym typeface="Times New Roman"/>
                      </a:endParaRPr>
                    </a:p>
                  </a:txBody>
                  <a:tcPr marL="112225" marR="63425" marT="0" marB="47000" anchor="ctr">
                    <a:solidFill>
                      <a:srgbClr val="BBD6EE"/>
                    </a:solidFill>
                  </a:tcPr>
                </a:tc>
                <a:tc>
                  <a:txBody>
                    <a:bodyPr/>
                    <a:lstStyle/>
                    <a:p>
                      <a:pPr marL="0" marR="0" lvl="0" indent="0" algn="ctr" rtl="0">
                        <a:lnSpc>
                          <a:spcPct val="107000"/>
                        </a:lnSpc>
                        <a:spcBef>
                          <a:spcPts val="0"/>
                        </a:spcBef>
                        <a:spcAft>
                          <a:spcPts val="0"/>
                        </a:spcAft>
                        <a:buNone/>
                      </a:pPr>
                      <a:r>
                        <a:rPr lang="en-US" sz="1600" b="1">
                          <a:solidFill>
                            <a:schemeClr val="dk1"/>
                          </a:solidFill>
                        </a:rPr>
                        <a:t>Time intelligence (yearto-date, fiscal period)</a:t>
                      </a:r>
                      <a:endParaRPr sz="1600" b="1">
                        <a:solidFill>
                          <a:schemeClr val="dk1"/>
                        </a:solidFill>
                        <a:latin typeface="Times New Roman"/>
                        <a:ea typeface="Times New Roman"/>
                        <a:cs typeface="Times New Roman"/>
                        <a:sym typeface="Times New Roman"/>
                      </a:endParaRPr>
                    </a:p>
                  </a:txBody>
                  <a:tcPr marL="112225" marR="63425" marT="0" marB="47000" anchor="ctr">
                    <a:solidFill>
                      <a:srgbClr val="BBD6EE"/>
                    </a:solidFill>
                  </a:tcPr>
                </a:tc>
                <a:extLst>
                  <a:ext uri="{0D108BD9-81ED-4DB2-BD59-A6C34878D82A}">
                    <a16:rowId xmlns:a16="http://schemas.microsoft.com/office/drawing/2014/main" val="10002"/>
                  </a:ext>
                </a:extLst>
              </a:tr>
            </a:tbl>
          </a:graphicData>
        </a:graphic>
      </p:graphicFrame>
      <p:sp>
        <p:nvSpPr>
          <p:cNvPr id="590" name="Google Shape;590;p50"/>
          <p:cNvSpPr txBox="1"/>
          <p:nvPr/>
        </p:nvSpPr>
        <p:spPr>
          <a:xfrm>
            <a:off x="3084115" y="3143113"/>
            <a:ext cx="1395703"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None/>
            </a:pPr>
            <a:r>
              <a:rPr lang="en-US" sz="1600" b="1">
                <a:solidFill>
                  <a:schemeClr val="dk1"/>
                </a:solidFill>
                <a:latin typeface="Calibri"/>
                <a:ea typeface="Calibri"/>
                <a:cs typeface="Calibri"/>
                <a:sym typeface="Calibri"/>
              </a:rPr>
              <a:t>Basic Features</a:t>
            </a:r>
            <a:endParaRPr/>
          </a:p>
        </p:txBody>
      </p:sp>
      <p:graphicFrame>
        <p:nvGraphicFramePr>
          <p:cNvPr id="591" name="Google Shape;591;p50"/>
          <p:cNvGraphicFramePr/>
          <p:nvPr/>
        </p:nvGraphicFramePr>
        <p:xfrm>
          <a:off x="4203290" y="4483509"/>
          <a:ext cx="7624900" cy="1917300"/>
        </p:xfrm>
        <a:graphic>
          <a:graphicData uri="http://schemas.openxmlformats.org/drawingml/2006/table">
            <a:tbl>
              <a:tblPr firstRow="1" firstCol="1" bandRow="1">
                <a:noFill/>
                <a:tableStyleId>{131B6606-50E8-4F3F-95DB-24FF2E968E94}</a:tableStyleId>
              </a:tblPr>
              <a:tblGrid>
                <a:gridCol w="2540225">
                  <a:extLst>
                    <a:ext uri="{9D8B030D-6E8A-4147-A177-3AD203B41FA5}">
                      <a16:colId xmlns:a16="http://schemas.microsoft.com/office/drawing/2014/main" val="20000"/>
                    </a:ext>
                  </a:extLst>
                </a:gridCol>
                <a:gridCol w="2545850">
                  <a:extLst>
                    <a:ext uri="{9D8B030D-6E8A-4147-A177-3AD203B41FA5}">
                      <a16:colId xmlns:a16="http://schemas.microsoft.com/office/drawing/2014/main" val="20001"/>
                    </a:ext>
                  </a:extLst>
                </a:gridCol>
                <a:gridCol w="2538825">
                  <a:extLst>
                    <a:ext uri="{9D8B030D-6E8A-4147-A177-3AD203B41FA5}">
                      <a16:colId xmlns:a16="http://schemas.microsoft.com/office/drawing/2014/main" val="20002"/>
                    </a:ext>
                  </a:extLst>
                </a:gridCol>
              </a:tblGrid>
              <a:tr h="639100">
                <a:tc>
                  <a:txBody>
                    <a:bodyPr/>
                    <a:lstStyle/>
                    <a:p>
                      <a:pPr marL="51435" marR="33655" lvl="0" indent="0" algn="ctr" rtl="0">
                        <a:lnSpc>
                          <a:spcPct val="107000"/>
                        </a:lnSpc>
                        <a:spcBef>
                          <a:spcPts val="0"/>
                        </a:spcBef>
                        <a:spcAft>
                          <a:spcPts val="0"/>
                        </a:spcAft>
                        <a:buNone/>
                      </a:pPr>
                      <a:r>
                        <a:rPr lang="en-US" sz="1600" b="1">
                          <a:solidFill>
                            <a:schemeClr val="dk1"/>
                          </a:solidFill>
                        </a:rPr>
                        <a:t>Powerful  calculations</a:t>
                      </a:r>
                      <a:endParaRPr sz="2000" b="1">
                        <a:solidFill>
                          <a:schemeClr val="dk1"/>
                        </a:solidFill>
                        <a:latin typeface="Times New Roman"/>
                        <a:ea typeface="Times New Roman"/>
                        <a:cs typeface="Times New Roman"/>
                        <a:sym typeface="Times New Roman"/>
                      </a:endParaRPr>
                    </a:p>
                  </a:txBody>
                  <a:tcPr marL="71125" marR="38100" marT="78100" marB="0" anchor="ctr">
                    <a:solidFill>
                      <a:srgbClr val="9CC2E5"/>
                    </a:solidFill>
                  </a:tcPr>
                </a:tc>
                <a:tc>
                  <a:txBody>
                    <a:bodyPr/>
                    <a:lstStyle/>
                    <a:p>
                      <a:pPr marL="0" marR="0" lvl="0" indent="0" algn="ctr" rtl="0">
                        <a:lnSpc>
                          <a:spcPct val="107000"/>
                        </a:lnSpc>
                        <a:spcBef>
                          <a:spcPts val="0"/>
                        </a:spcBef>
                        <a:spcAft>
                          <a:spcPts val="0"/>
                        </a:spcAft>
                        <a:buNone/>
                      </a:pPr>
                      <a:r>
                        <a:rPr lang="en-US" sz="1600" b="1">
                          <a:solidFill>
                            <a:schemeClr val="dk1"/>
                          </a:solidFill>
                        </a:rPr>
                        <a:t>Cross-dimensional calculations</a:t>
                      </a:r>
                      <a:endParaRPr sz="2000" b="1">
                        <a:solidFill>
                          <a:schemeClr val="dk1"/>
                        </a:solidFill>
                        <a:latin typeface="Times New Roman"/>
                        <a:ea typeface="Times New Roman"/>
                        <a:cs typeface="Times New Roman"/>
                        <a:sym typeface="Times New Roman"/>
                      </a:endParaRPr>
                    </a:p>
                  </a:txBody>
                  <a:tcPr marL="71125" marR="38100" marT="78100" marB="0" anchor="ctr">
                    <a:solidFill>
                      <a:srgbClr val="9CC2E5"/>
                    </a:solidFill>
                  </a:tcPr>
                </a:tc>
                <a:tc>
                  <a:txBody>
                    <a:bodyPr/>
                    <a:lstStyle/>
                    <a:p>
                      <a:pPr marL="98425" marR="0" lvl="0" indent="-7619" algn="ctr" rtl="0">
                        <a:lnSpc>
                          <a:spcPct val="107000"/>
                        </a:lnSpc>
                        <a:spcBef>
                          <a:spcPts val="0"/>
                        </a:spcBef>
                        <a:spcAft>
                          <a:spcPts val="0"/>
                        </a:spcAft>
                        <a:buNone/>
                      </a:pPr>
                      <a:r>
                        <a:rPr lang="en-US" sz="1600" b="1">
                          <a:solidFill>
                            <a:schemeClr val="dk1"/>
                          </a:solidFill>
                        </a:rPr>
                        <a:t>Pre-calculation or pre-consolidation</a:t>
                      </a:r>
                      <a:endParaRPr sz="2000" b="1">
                        <a:solidFill>
                          <a:schemeClr val="dk1"/>
                        </a:solidFill>
                        <a:latin typeface="Times New Roman"/>
                        <a:ea typeface="Times New Roman"/>
                        <a:cs typeface="Times New Roman"/>
                        <a:sym typeface="Times New Roman"/>
                      </a:endParaRPr>
                    </a:p>
                  </a:txBody>
                  <a:tcPr marL="71125" marR="38100" marT="78100" marB="0" anchor="ctr">
                    <a:solidFill>
                      <a:srgbClr val="9CC2E5"/>
                    </a:solidFill>
                  </a:tcPr>
                </a:tc>
                <a:extLst>
                  <a:ext uri="{0D108BD9-81ED-4DB2-BD59-A6C34878D82A}">
                    <a16:rowId xmlns:a16="http://schemas.microsoft.com/office/drawing/2014/main" val="10000"/>
                  </a:ext>
                </a:extLst>
              </a:tr>
              <a:tr h="639100">
                <a:tc>
                  <a:txBody>
                    <a:bodyPr/>
                    <a:lstStyle/>
                    <a:p>
                      <a:pPr marL="0" marR="0" lvl="0" indent="0" algn="ctr" rtl="0">
                        <a:lnSpc>
                          <a:spcPct val="107000"/>
                        </a:lnSpc>
                        <a:spcBef>
                          <a:spcPts val="0"/>
                        </a:spcBef>
                        <a:spcAft>
                          <a:spcPts val="0"/>
                        </a:spcAft>
                        <a:buNone/>
                      </a:pPr>
                      <a:r>
                        <a:rPr lang="en-US" sz="1600" b="1">
                          <a:solidFill>
                            <a:schemeClr val="dk1"/>
                          </a:solidFill>
                        </a:rPr>
                        <a:t>Drill-through across dimensions or details</a:t>
                      </a:r>
                      <a:endParaRPr sz="2000" b="1">
                        <a:solidFill>
                          <a:schemeClr val="dk1"/>
                        </a:solidFill>
                        <a:latin typeface="Times New Roman"/>
                        <a:ea typeface="Times New Roman"/>
                        <a:cs typeface="Times New Roman"/>
                        <a:sym typeface="Times New Roman"/>
                      </a:endParaRPr>
                    </a:p>
                  </a:txBody>
                  <a:tcPr marL="71125" marR="38100" marT="78100" marB="0" anchor="ctr">
                    <a:solidFill>
                      <a:srgbClr val="9CC2E5"/>
                    </a:solidFill>
                  </a:tcPr>
                </a:tc>
                <a:tc>
                  <a:txBody>
                    <a:bodyPr/>
                    <a:lstStyle/>
                    <a:p>
                      <a:pPr marL="0" marR="0" lvl="0" indent="0" algn="ctr" rtl="0">
                        <a:lnSpc>
                          <a:spcPct val="107000"/>
                        </a:lnSpc>
                        <a:spcBef>
                          <a:spcPts val="0"/>
                        </a:spcBef>
                        <a:spcAft>
                          <a:spcPts val="0"/>
                        </a:spcAft>
                        <a:buNone/>
                      </a:pPr>
                      <a:r>
                        <a:rPr lang="en-US" sz="1600" b="1">
                          <a:solidFill>
                            <a:schemeClr val="dk1"/>
                          </a:solidFill>
                        </a:rPr>
                        <a:t>Sophisticated presentation &amp; displays</a:t>
                      </a:r>
                      <a:endParaRPr sz="2000" b="1">
                        <a:solidFill>
                          <a:schemeClr val="dk1"/>
                        </a:solidFill>
                        <a:latin typeface="Times New Roman"/>
                        <a:ea typeface="Times New Roman"/>
                        <a:cs typeface="Times New Roman"/>
                        <a:sym typeface="Times New Roman"/>
                      </a:endParaRPr>
                    </a:p>
                  </a:txBody>
                  <a:tcPr marL="71125" marR="38100" marT="78100" marB="0" anchor="ctr">
                    <a:solidFill>
                      <a:srgbClr val="9CC2E5"/>
                    </a:solidFill>
                  </a:tcPr>
                </a:tc>
                <a:tc>
                  <a:txBody>
                    <a:bodyPr/>
                    <a:lstStyle/>
                    <a:p>
                      <a:pPr marL="120650" marR="0" lvl="0" indent="60960" algn="ctr" rtl="0">
                        <a:lnSpc>
                          <a:spcPct val="107000"/>
                        </a:lnSpc>
                        <a:spcBef>
                          <a:spcPts val="0"/>
                        </a:spcBef>
                        <a:spcAft>
                          <a:spcPts val="0"/>
                        </a:spcAft>
                        <a:buNone/>
                      </a:pPr>
                      <a:r>
                        <a:rPr lang="en-US" sz="1600" b="1">
                          <a:solidFill>
                            <a:schemeClr val="dk1"/>
                          </a:solidFill>
                        </a:rPr>
                        <a:t>Collaborative decision making</a:t>
                      </a:r>
                      <a:endParaRPr sz="2000" b="1">
                        <a:solidFill>
                          <a:schemeClr val="dk1"/>
                        </a:solidFill>
                        <a:latin typeface="Times New Roman"/>
                        <a:ea typeface="Times New Roman"/>
                        <a:cs typeface="Times New Roman"/>
                        <a:sym typeface="Times New Roman"/>
                      </a:endParaRPr>
                    </a:p>
                  </a:txBody>
                  <a:tcPr marL="71125" marR="38100" marT="78100" marB="0" anchor="ctr">
                    <a:solidFill>
                      <a:srgbClr val="9CC2E5"/>
                    </a:solidFill>
                  </a:tcPr>
                </a:tc>
                <a:extLst>
                  <a:ext uri="{0D108BD9-81ED-4DB2-BD59-A6C34878D82A}">
                    <a16:rowId xmlns:a16="http://schemas.microsoft.com/office/drawing/2014/main" val="10001"/>
                  </a:ext>
                </a:extLst>
              </a:tr>
              <a:tr h="639100">
                <a:tc>
                  <a:txBody>
                    <a:bodyPr/>
                    <a:lstStyle/>
                    <a:p>
                      <a:pPr marL="0" marR="0" lvl="0" indent="0" algn="ctr" rtl="0">
                        <a:lnSpc>
                          <a:spcPct val="107000"/>
                        </a:lnSpc>
                        <a:spcBef>
                          <a:spcPts val="0"/>
                        </a:spcBef>
                        <a:spcAft>
                          <a:spcPts val="0"/>
                        </a:spcAft>
                        <a:buNone/>
                      </a:pPr>
                      <a:r>
                        <a:rPr lang="en-US" sz="1600" b="1">
                          <a:solidFill>
                            <a:schemeClr val="dk1"/>
                          </a:solidFill>
                        </a:rPr>
                        <a:t>Derived data values through formulas</a:t>
                      </a:r>
                      <a:endParaRPr sz="2000" b="1">
                        <a:solidFill>
                          <a:schemeClr val="dk1"/>
                        </a:solidFill>
                        <a:latin typeface="Times New Roman"/>
                        <a:ea typeface="Times New Roman"/>
                        <a:cs typeface="Times New Roman"/>
                        <a:sym typeface="Times New Roman"/>
                      </a:endParaRPr>
                    </a:p>
                  </a:txBody>
                  <a:tcPr marL="71125" marR="38100" marT="78100" marB="0" anchor="ctr">
                    <a:solidFill>
                      <a:srgbClr val="9CC2E5"/>
                    </a:solidFill>
                  </a:tcPr>
                </a:tc>
                <a:tc>
                  <a:txBody>
                    <a:bodyPr/>
                    <a:lstStyle/>
                    <a:p>
                      <a:pPr marL="0" marR="0" lvl="0" indent="0" algn="ctr" rtl="0">
                        <a:lnSpc>
                          <a:spcPct val="107000"/>
                        </a:lnSpc>
                        <a:spcBef>
                          <a:spcPts val="0"/>
                        </a:spcBef>
                        <a:spcAft>
                          <a:spcPts val="0"/>
                        </a:spcAft>
                        <a:buNone/>
                      </a:pPr>
                      <a:r>
                        <a:rPr lang="en-US" sz="1600" b="1">
                          <a:solidFill>
                            <a:schemeClr val="dk1"/>
                          </a:solidFill>
                        </a:rPr>
                        <a:t>Application of alert technology </a:t>
                      </a:r>
                      <a:endParaRPr sz="2000" b="1">
                        <a:solidFill>
                          <a:schemeClr val="dk1"/>
                        </a:solidFill>
                        <a:latin typeface="Times New Roman"/>
                        <a:ea typeface="Times New Roman"/>
                        <a:cs typeface="Times New Roman"/>
                        <a:sym typeface="Times New Roman"/>
                      </a:endParaRPr>
                    </a:p>
                  </a:txBody>
                  <a:tcPr marL="71125" marR="38100" marT="78100" marB="0" anchor="ctr">
                    <a:solidFill>
                      <a:srgbClr val="9CC2E5"/>
                    </a:solidFill>
                  </a:tcPr>
                </a:tc>
                <a:tc>
                  <a:txBody>
                    <a:bodyPr/>
                    <a:lstStyle/>
                    <a:p>
                      <a:pPr marL="0" marR="0" lvl="0" indent="0" algn="ctr" rtl="0">
                        <a:lnSpc>
                          <a:spcPct val="107000"/>
                        </a:lnSpc>
                        <a:spcBef>
                          <a:spcPts val="0"/>
                        </a:spcBef>
                        <a:spcAft>
                          <a:spcPts val="0"/>
                        </a:spcAft>
                        <a:buNone/>
                      </a:pPr>
                      <a:r>
                        <a:rPr lang="en-US" sz="1600" b="1">
                          <a:solidFill>
                            <a:schemeClr val="dk1"/>
                          </a:solidFill>
                        </a:rPr>
                        <a:t>Report generation with agent technology</a:t>
                      </a:r>
                      <a:endParaRPr sz="2000" b="1">
                        <a:solidFill>
                          <a:schemeClr val="dk1"/>
                        </a:solidFill>
                        <a:latin typeface="Times New Roman"/>
                        <a:ea typeface="Times New Roman"/>
                        <a:cs typeface="Times New Roman"/>
                        <a:sym typeface="Times New Roman"/>
                      </a:endParaRPr>
                    </a:p>
                  </a:txBody>
                  <a:tcPr marL="71125" marR="38100" marT="78100" marB="0" anchor="ctr">
                    <a:solidFill>
                      <a:srgbClr val="9CC2E5"/>
                    </a:solidFill>
                  </a:tcPr>
                </a:tc>
                <a:extLst>
                  <a:ext uri="{0D108BD9-81ED-4DB2-BD59-A6C34878D82A}">
                    <a16:rowId xmlns:a16="http://schemas.microsoft.com/office/drawing/2014/main" val="10002"/>
                  </a:ext>
                </a:extLst>
              </a:tr>
            </a:tbl>
          </a:graphicData>
        </a:graphic>
      </p:graphicFrame>
      <p:sp>
        <p:nvSpPr>
          <p:cNvPr id="592" name="Google Shape;592;p50"/>
          <p:cNvSpPr txBox="1"/>
          <p:nvPr/>
        </p:nvSpPr>
        <p:spPr>
          <a:xfrm>
            <a:off x="7187383" y="4076117"/>
            <a:ext cx="1803058"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None/>
            </a:pPr>
            <a:r>
              <a:rPr lang="en-US" sz="1600" b="1">
                <a:solidFill>
                  <a:schemeClr val="dk1"/>
                </a:solidFill>
                <a:latin typeface="Calibri"/>
                <a:ea typeface="Calibri"/>
                <a:cs typeface="Calibri"/>
                <a:sym typeface="Calibri"/>
              </a:rPr>
              <a:t>Advanced Features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8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9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9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596"/>
        <p:cNvGrpSpPr/>
        <p:nvPr/>
      </p:nvGrpSpPr>
      <p:grpSpPr>
        <a:xfrm>
          <a:off x="0" y="0"/>
          <a:ext cx="0" cy="0"/>
          <a:chOff x="0" y="0"/>
          <a:chExt cx="0" cy="0"/>
        </a:xfrm>
      </p:grpSpPr>
      <p:sp>
        <p:nvSpPr>
          <p:cNvPr id="597" name="Google Shape;597;p51"/>
          <p:cNvSpPr txBox="1">
            <a:spLocks noGrp="1"/>
          </p:cNvSpPr>
          <p:nvPr>
            <p:ph type="title"/>
          </p:nvPr>
        </p:nvSpPr>
        <p:spPr>
          <a:xfrm>
            <a:off x="838200" y="160569"/>
            <a:ext cx="9321800" cy="76436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3200"/>
              <a:buFont typeface="Helvetica Neue"/>
              <a:buNone/>
            </a:pPr>
            <a:r>
              <a:rPr lang="en-US"/>
              <a:t>References:</a:t>
            </a:r>
            <a:endParaRPr/>
          </a:p>
        </p:txBody>
      </p:sp>
      <p:sp>
        <p:nvSpPr>
          <p:cNvPr id="598" name="Google Shape;598;p51"/>
          <p:cNvSpPr txBox="1">
            <a:spLocks noGrp="1"/>
          </p:cNvSpPr>
          <p:nvPr>
            <p:ph type="body" idx="1"/>
          </p:nvPr>
        </p:nvSpPr>
        <p:spPr>
          <a:xfrm>
            <a:off x="533400" y="1143000"/>
            <a:ext cx="10160000" cy="2285999"/>
          </a:xfrm>
          <a:prstGeom prst="rect">
            <a:avLst/>
          </a:prstGeom>
          <a:noFill/>
          <a:ln>
            <a:noFill/>
          </a:ln>
        </p:spPr>
        <p:txBody>
          <a:bodyPr spcFirstLastPara="1" wrap="square" lIns="91425" tIns="45700" rIns="91425" bIns="45700" anchor="t" anchorCtr="0">
            <a:noAutofit/>
          </a:bodyPr>
          <a:lstStyle/>
          <a:p>
            <a:pPr marL="228600" lvl="0" indent="-228600">
              <a:lnSpc>
                <a:spcPct val="150000"/>
              </a:lnSpc>
              <a:spcBef>
                <a:spcPts val="0"/>
              </a:spcBef>
            </a:pPr>
            <a:r>
              <a:rPr lang="en-US" dirty="0">
                <a:latin typeface="Helvetica" panose="020B0604020202020204" pitchFamily="34" charset="0"/>
                <a:cs typeface="Helvetica" panose="020B0604020202020204" pitchFamily="34" charset="0"/>
              </a:rPr>
              <a:t>Designing Data-Intensive Applications by Martin </a:t>
            </a:r>
            <a:r>
              <a:rPr lang="en-US" dirty="0" err="1">
                <a:latin typeface="Helvetica" panose="020B0604020202020204" pitchFamily="34" charset="0"/>
                <a:cs typeface="Helvetica" panose="020B0604020202020204" pitchFamily="34" charset="0"/>
              </a:rPr>
              <a:t>Kleppmann</a:t>
            </a:r>
            <a:endParaRPr lang="en-US" dirty="0">
              <a:latin typeface="Helvetica" panose="020B0604020202020204" pitchFamily="34" charset="0"/>
              <a:cs typeface="Helvetica" panose="020B0604020202020204" pitchFamily="34" charset="0"/>
            </a:endParaRPr>
          </a:p>
          <a:p>
            <a:pPr marL="228600" lvl="0" indent="-228600" algn="l" rtl="0">
              <a:lnSpc>
                <a:spcPct val="150000"/>
              </a:lnSpc>
              <a:spcBef>
                <a:spcPts val="0"/>
              </a:spcBef>
              <a:spcAft>
                <a:spcPts val="0"/>
              </a:spcAft>
              <a:buClr>
                <a:schemeClr val="dk1"/>
              </a:buClr>
              <a:buSzPts val="1800"/>
              <a:buChar char="•"/>
            </a:pPr>
            <a:r>
              <a:rPr lang="en-US" dirty="0">
                <a:latin typeface="Helvetica" panose="020B0604020202020204" pitchFamily="34" charset="0"/>
                <a:cs typeface="Helvetica" panose="020B0604020202020204" pitchFamily="34" charset="0"/>
              </a:rPr>
              <a:t>Reliable Machine Learning By Chen, Murphy, Sculley, Underwood </a:t>
            </a:r>
            <a:endParaRPr dirty="0">
              <a:latin typeface="Helvetica" panose="020B0604020202020204" pitchFamily="34" charset="0"/>
              <a:cs typeface="Helvetica" panose="020B0604020202020204" pitchFamily="34" charset="0"/>
            </a:endParaRPr>
          </a:p>
          <a:p>
            <a:pPr marL="228600" lvl="0" indent="-228600" algn="l" rtl="0">
              <a:lnSpc>
                <a:spcPct val="150000"/>
              </a:lnSpc>
              <a:spcBef>
                <a:spcPts val="1000"/>
              </a:spcBef>
              <a:spcAft>
                <a:spcPts val="0"/>
              </a:spcAft>
              <a:buClr>
                <a:schemeClr val="dk1"/>
              </a:buClr>
              <a:buSzPts val="1800"/>
              <a:buChar char="•"/>
            </a:pPr>
            <a:r>
              <a:rPr lang="en-US" dirty="0">
                <a:latin typeface="Helvetica" panose="020B0604020202020204" pitchFamily="34" charset="0"/>
                <a:cs typeface="Helvetica" panose="020B0604020202020204" pitchFamily="34" charset="0"/>
              </a:rPr>
              <a:t>Designing Machine Learning Systems by Chip Huyen </a:t>
            </a:r>
            <a:endParaRPr dirty="0">
              <a:latin typeface="Helvetica" panose="020B0604020202020204" pitchFamily="34" charset="0"/>
              <a:cs typeface="Helvetica" panose="020B0604020202020204" pitchFamily="34" charset="0"/>
            </a:endParaRPr>
          </a:p>
          <a:p>
            <a:pPr marL="228600" lvl="0" indent="-228600" algn="l" rtl="0">
              <a:lnSpc>
                <a:spcPct val="150000"/>
              </a:lnSpc>
              <a:spcBef>
                <a:spcPts val="1000"/>
              </a:spcBef>
              <a:spcAft>
                <a:spcPts val="0"/>
              </a:spcAft>
              <a:buClr>
                <a:schemeClr val="dk1"/>
              </a:buClr>
              <a:buSzPts val="1800"/>
              <a:buChar char="•"/>
            </a:pPr>
            <a:r>
              <a:rPr lang="en-US" u="sng" dirty="0">
                <a:solidFill>
                  <a:schemeClr val="hlink"/>
                </a:solidFill>
                <a:latin typeface="Helvetica" panose="020B0604020202020204" pitchFamily="34" charset="0"/>
                <a:cs typeface="Helvetica" panose="020B0604020202020204" pitchFamily="34" charset="0"/>
                <a:hlinkClick r:id="rId3"/>
              </a:rPr>
              <a:t>https://phoenixnap.com/kb/acid-vs-base</a:t>
            </a:r>
            <a:r>
              <a:rPr lang="en-US" dirty="0">
                <a:latin typeface="Helvetica" panose="020B0604020202020204" pitchFamily="34" charset="0"/>
                <a:cs typeface="Helvetica" panose="020B0604020202020204" pitchFamily="34" charset="0"/>
              </a:rPr>
              <a:t> </a:t>
            </a:r>
            <a:endParaRPr dirty="0">
              <a:latin typeface="Helvetica" panose="020B0604020202020204" pitchFamily="34" charset="0"/>
              <a:cs typeface="Helvetica" panose="020B0604020202020204" pitchFamily="34"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602"/>
        <p:cNvGrpSpPr/>
        <p:nvPr/>
      </p:nvGrpSpPr>
      <p:grpSpPr>
        <a:xfrm>
          <a:off x="0" y="0"/>
          <a:ext cx="0" cy="0"/>
          <a:chOff x="0" y="0"/>
          <a:chExt cx="0" cy="0"/>
        </a:xfrm>
      </p:grpSpPr>
      <p:sp>
        <p:nvSpPr>
          <p:cNvPr id="603" name="Google Shape;603;p52"/>
          <p:cNvSpPr txBox="1">
            <a:spLocks noGrp="1"/>
          </p:cNvSpPr>
          <p:nvPr>
            <p:ph type="title"/>
          </p:nvPr>
        </p:nvSpPr>
        <p:spPr>
          <a:xfrm>
            <a:off x="831850" y="3657600"/>
            <a:ext cx="10515600" cy="904875"/>
          </a:xfrm>
          <a:prstGeom prst="rect">
            <a:avLst/>
          </a:prstGeom>
          <a:noFill/>
          <a:ln>
            <a:noFill/>
          </a:ln>
        </p:spPr>
        <p:txBody>
          <a:bodyPr spcFirstLastPara="1" wrap="square" lIns="91425" tIns="45700" rIns="91425" bIns="45700" anchor="b" anchorCtr="0">
            <a:normAutofit/>
          </a:bodyPr>
          <a:lstStyle/>
          <a:p>
            <a:pPr marL="0" lvl="0" indent="0" algn="r" rtl="0">
              <a:lnSpc>
                <a:spcPct val="90000"/>
              </a:lnSpc>
              <a:spcBef>
                <a:spcPts val="0"/>
              </a:spcBef>
              <a:spcAft>
                <a:spcPts val="0"/>
              </a:spcAft>
              <a:buClr>
                <a:srgbClr val="150860"/>
              </a:buClr>
              <a:buSzPts val="5400"/>
              <a:buFont typeface="Helvetica Neue"/>
              <a:buNone/>
            </a:pPr>
            <a:r>
              <a:rPr lang="en-US"/>
              <a:t>Thank You!</a:t>
            </a:r>
            <a:endParaRPr/>
          </a:p>
        </p:txBody>
      </p:sp>
      <p:sp>
        <p:nvSpPr>
          <p:cNvPr id="604" name="Google Shape;604;p52"/>
          <p:cNvSpPr txBox="1">
            <a:spLocks noGrp="1"/>
          </p:cNvSpPr>
          <p:nvPr>
            <p:ph type="body" idx="1"/>
          </p:nvPr>
        </p:nvSpPr>
        <p:spPr>
          <a:xfrm>
            <a:off x="831850" y="5205413"/>
            <a:ext cx="10515600" cy="1500187"/>
          </a:xfrm>
          <a:prstGeom prst="rect">
            <a:avLst/>
          </a:prstGeom>
          <a:noFill/>
          <a:ln>
            <a:noFill/>
          </a:ln>
        </p:spPr>
        <p:txBody>
          <a:bodyPr spcFirstLastPara="1" wrap="square" lIns="91425" tIns="45700" rIns="91425" bIns="45700" anchor="t" anchorCtr="0">
            <a:normAutofit/>
          </a:bodyPr>
          <a:lstStyle/>
          <a:p>
            <a:pPr marL="0" lvl="0" indent="0" algn="r" rtl="0">
              <a:lnSpc>
                <a:spcPct val="90000"/>
              </a:lnSpc>
              <a:spcBef>
                <a:spcPts val="0"/>
              </a:spcBef>
              <a:spcAft>
                <a:spcPts val="0"/>
              </a:spcAft>
              <a:buClr>
                <a:srgbClr val="888888"/>
              </a:buClr>
              <a:buSzPts val="2400"/>
              <a:buNone/>
            </a:pPr>
            <a:r>
              <a:rPr lang="en-US"/>
              <a:t>In our next session:</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Shape 608"/>
        <p:cNvGrpSpPr/>
        <p:nvPr/>
      </p:nvGrpSpPr>
      <p:grpSpPr>
        <a:xfrm>
          <a:off x="0" y="0"/>
          <a:ext cx="0" cy="0"/>
          <a:chOff x="0" y="0"/>
          <a:chExt cx="0" cy="0"/>
        </a:xfrm>
      </p:grpSpPr>
      <p:sp>
        <p:nvSpPr>
          <p:cNvPr id="609" name="Google Shape;609;p53"/>
          <p:cNvSpPr txBox="1">
            <a:spLocks noGrp="1"/>
          </p:cNvSpPr>
          <p:nvPr>
            <p:ph type="title"/>
          </p:nvPr>
        </p:nvSpPr>
        <p:spPr>
          <a:xfrm>
            <a:off x="838200" y="160569"/>
            <a:ext cx="9321800" cy="76436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3200"/>
              <a:buFont typeface="Helvetica Neue"/>
              <a:buNone/>
            </a:pPr>
            <a:r>
              <a:rPr lang="en-US"/>
              <a:t>Normalization – Additional Information</a:t>
            </a:r>
            <a:endParaRPr/>
          </a:p>
        </p:txBody>
      </p:sp>
      <p:pic>
        <p:nvPicPr>
          <p:cNvPr id="610" name="Google Shape;610;p53" descr="A Brief Guide to Database Normalization | by Leah Nguyen | Medium"/>
          <p:cNvPicPr preferRelativeResize="0"/>
          <p:nvPr/>
        </p:nvPicPr>
        <p:blipFill rotWithShape="1">
          <a:blip r:embed="rId3">
            <a:alphaModFix/>
          </a:blip>
          <a:srcRect/>
          <a:stretch/>
        </p:blipFill>
        <p:spPr>
          <a:xfrm>
            <a:off x="304800" y="1219200"/>
            <a:ext cx="11734800" cy="5638800"/>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Shape 484"/>
        <p:cNvGrpSpPr/>
        <p:nvPr/>
      </p:nvGrpSpPr>
      <p:grpSpPr>
        <a:xfrm>
          <a:off x="0" y="0"/>
          <a:ext cx="0" cy="0"/>
          <a:chOff x="0" y="0"/>
          <a:chExt cx="0" cy="0"/>
        </a:xfrm>
      </p:grpSpPr>
      <p:sp>
        <p:nvSpPr>
          <p:cNvPr id="485" name="Google Shape;485;p4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p>
            <a:pPr marL="0" lvl="0" indent="0" algn="r" rtl="0">
              <a:lnSpc>
                <a:spcPct val="90000"/>
              </a:lnSpc>
              <a:spcBef>
                <a:spcPts val="0"/>
              </a:spcBef>
              <a:spcAft>
                <a:spcPts val="0"/>
              </a:spcAft>
              <a:buClr>
                <a:srgbClr val="150860"/>
              </a:buClr>
              <a:buSzPts val="5400"/>
              <a:buFont typeface="Helvetica Neue"/>
              <a:buNone/>
            </a:pPr>
            <a:r>
              <a:rPr lang="en-US"/>
              <a:t>Transaction Compliance of Data</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Shape 489"/>
        <p:cNvGrpSpPr/>
        <p:nvPr/>
      </p:nvGrpSpPr>
      <p:grpSpPr>
        <a:xfrm>
          <a:off x="0" y="0"/>
          <a:ext cx="0" cy="0"/>
          <a:chOff x="0" y="0"/>
          <a:chExt cx="0" cy="0"/>
        </a:xfrm>
      </p:grpSpPr>
      <p:sp>
        <p:nvSpPr>
          <p:cNvPr id="490" name="Google Shape;490;p42"/>
          <p:cNvSpPr txBox="1">
            <a:spLocks noGrp="1"/>
          </p:cNvSpPr>
          <p:nvPr>
            <p:ph type="title"/>
          </p:nvPr>
        </p:nvSpPr>
        <p:spPr>
          <a:xfrm>
            <a:off x="838200" y="160569"/>
            <a:ext cx="9321800" cy="76436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3200"/>
              <a:buFont typeface="Helvetica Neue"/>
              <a:buNone/>
            </a:pPr>
            <a:r>
              <a:rPr lang="en-US"/>
              <a:t>ACID properties</a:t>
            </a:r>
            <a:endParaRPr/>
          </a:p>
        </p:txBody>
      </p:sp>
      <p:sp>
        <p:nvSpPr>
          <p:cNvPr id="491" name="Google Shape;491;p42"/>
          <p:cNvSpPr txBox="1"/>
          <p:nvPr/>
        </p:nvSpPr>
        <p:spPr>
          <a:xfrm>
            <a:off x="10160000" y="6138333"/>
            <a:ext cx="203200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u="sng">
                <a:solidFill>
                  <a:schemeClr val="dk1"/>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Source</a:t>
            </a:r>
            <a:endParaRPr sz="1800">
              <a:solidFill>
                <a:schemeClr val="dk1"/>
              </a:solidFill>
              <a:latin typeface="Calibri"/>
              <a:ea typeface="Calibri"/>
              <a:cs typeface="Calibri"/>
              <a:sym typeface="Calibri"/>
            </a:endParaRPr>
          </a:p>
        </p:txBody>
      </p:sp>
      <p:pic>
        <p:nvPicPr>
          <p:cNvPr id="492" name="Google Shape;492;p42"/>
          <p:cNvPicPr preferRelativeResize="0"/>
          <p:nvPr/>
        </p:nvPicPr>
        <p:blipFill rotWithShape="1">
          <a:blip r:embed="rId4">
            <a:alphaModFix/>
          </a:blip>
          <a:srcRect/>
          <a:stretch/>
        </p:blipFill>
        <p:spPr>
          <a:xfrm>
            <a:off x="304800" y="1219200"/>
            <a:ext cx="11353800" cy="4982320"/>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Shape 496"/>
        <p:cNvGrpSpPr/>
        <p:nvPr/>
      </p:nvGrpSpPr>
      <p:grpSpPr>
        <a:xfrm>
          <a:off x="0" y="0"/>
          <a:ext cx="0" cy="0"/>
          <a:chOff x="0" y="0"/>
          <a:chExt cx="0" cy="0"/>
        </a:xfrm>
      </p:grpSpPr>
      <p:sp>
        <p:nvSpPr>
          <p:cNvPr id="497" name="Google Shape;497;p43"/>
          <p:cNvSpPr txBox="1">
            <a:spLocks noGrp="1"/>
          </p:cNvSpPr>
          <p:nvPr>
            <p:ph type="title"/>
          </p:nvPr>
        </p:nvSpPr>
        <p:spPr>
          <a:xfrm>
            <a:off x="838200" y="160569"/>
            <a:ext cx="9321800" cy="76436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3200"/>
              <a:buFont typeface="Helvetica Neue"/>
              <a:buNone/>
            </a:pPr>
            <a:r>
              <a:rPr lang="en-US"/>
              <a:t>BaSE properties</a:t>
            </a:r>
            <a:endParaRPr/>
          </a:p>
        </p:txBody>
      </p:sp>
      <p:grpSp>
        <p:nvGrpSpPr>
          <p:cNvPr id="498" name="Google Shape;498;p43"/>
          <p:cNvGrpSpPr/>
          <p:nvPr/>
        </p:nvGrpSpPr>
        <p:grpSpPr>
          <a:xfrm>
            <a:off x="340658" y="924933"/>
            <a:ext cx="11013140" cy="5418666"/>
            <a:chOff x="0" y="0"/>
            <a:chExt cx="11013140" cy="5418666"/>
          </a:xfrm>
        </p:grpSpPr>
        <p:sp>
          <p:nvSpPr>
            <p:cNvPr id="499" name="Google Shape;499;p43"/>
            <p:cNvSpPr/>
            <p:nvPr/>
          </p:nvSpPr>
          <p:spPr>
            <a:xfrm>
              <a:off x="4405256" y="0"/>
              <a:ext cx="6607884" cy="1693333"/>
            </a:xfrm>
            <a:prstGeom prst="rightArrow">
              <a:avLst>
                <a:gd name="adj1" fmla="val 75000"/>
                <a:gd name="adj2" fmla="val 50000"/>
              </a:avLst>
            </a:prstGeom>
            <a:solidFill>
              <a:srgbClr val="CCD3EA">
                <a:alpha val="89803"/>
              </a:srgbClr>
            </a:solidFill>
            <a:ln w="12700" cap="flat" cmpd="sng">
              <a:solidFill>
                <a:srgbClr val="CCD3EA">
                  <a:alpha val="89803"/>
                </a:srgbClr>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43"/>
            <p:cNvSpPr txBox="1"/>
            <p:nvPr/>
          </p:nvSpPr>
          <p:spPr>
            <a:xfrm>
              <a:off x="4405256" y="211667"/>
              <a:ext cx="5972884" cy="1269999"/>
            </a:xfrm>
            <a:prstGeom prst="rect">
              <a:avLst/>
            </a:prstGeom>
            <a:noFill/>
            <a:ln>
              <a:noFill/>
            </a:ln>
          </p:spPr>
          <p:txBody>
            <a:bodyPr spcFirstLastPara="1" wrap="square" lIns="17125" tIns="17125" rIns="17125" bIns="17125" anchor="t" anchorCtr="0">
              <a:noAutofit/>
            </a:bodyPr>
            <a:lstStyle/>
            <a:p>
              <a:pPr marL="228600" marR="0" lvl="1" indent="-228600" algn="l" rtl="0">
                <a:lnSpc>
                  <a:spcPct val="90000"/>
                </a:lnSpc>
                <a:spcBef>
                  <a:spcPts val="0"/>
                </a:spcBef>
                <a:spcAft>
                  <a:spcPts val="0"/>
                </a:spcAft>
                <a:buClr>
                  <a:schemeClr val="dk1"/>
                </a:buClr>
                <a:buSzPts val="2700"/>
                <a:buFont typeface="Calibri"/>
                <a:buChar char="•"/>
              </a:pPr>
              <a:r>
                <a:rPr lang="en-US" sz="2700" b="0" i="0" u="none" strike="noStrike" cap="none">
                  <a:solidFill>
                    <a:schemeClr val="dk1"/>
                  </a:solidFill>
                  <a:latin typeface="Calibri"/>
                  <a:ea typeface="Calibri"/>
                  <a:cs typeface="Calibri"/>
                  <a:sym typeface="Calibri"/>
                </a:rPr>
                <a:t>Basically Available</a:t>
              </a:r>
              <a:endParaRPr/>
            </a:p>
            <a:p>
              <a:pPr marL="228600" marR="0" lvl="1" indent="-228600" algn="l" rtl="0">
                <a:lnSpc>
                  <a:spcPct val="90000"/>
                </a:lnSpc>
                <a:spcBef>
                  <a:spcPts val="405"/>
                </a:spcBef>
                <a:spcAft>
                  <a:spcPts val="0"/>
                </a:spcAft>
                <a:buClr>
                  <a:schemeClr val="dk1"/>
                </a:buClr>
                <a:buSzPts val="2700"/>
                <a:buFont typeface="Calibri"/>
                <a:buChar char="•"/>
              </a:pPr>
              <a:r>
                <a:rPr lang="en-US" sz="2700" b="0" i="0" u="none" strike="noStrike" cap="none">
                  <a:solidFill>
                    <a:schemeClr val="dk1"/>
                  </a:solidFill>
                  <a:latin typeface="Calibri"/>
                  <a:ea typeface="Calibri"/>
                  <a:cs typeface="Calibri"/>
                  <a:sym typeface="Calibri"/>
                </a:rPr>
                <a:t>Prioritises system availability over consistency</a:t>
              </a:r>
              <a:endParaRPr/>
            </a:p>
          </p:txBody>
        </p:sp>
        <p:sp>
          <p:nvSpPr>
            <p:cNvPr id="501" name="Google Shape;501;p43"/>
            <p:cNvSpPr/>
            <p:nvPr/>
          </p:nvSpPr>
          <p:spPr>
            <a:xfrm>
              <a:off x="0" y="0"/>
              <a:ext cx="4405256" cy="1693333"/>
            </a:xfrm>
            <a:prstGeom prst="roundRect">
              <a:avLst>
                <a:gd name="adj" fmla="val 16667"/>
              </a:avLst>
            </a:prstGeom>
            <a:solidFill>
              <a:srgbClr val="4372C3"/>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43"/>
            <p:cNvSpPr txBox="1"/>
            <p:nvPr/>
          </p:nvSpPr>
          <p:spPr>
            <a:xfrm>
              <a:off x="82662" y="82662"/>
              <a:ext cx="4239932" cy="1528009"/>
            </a:xfrm>
            <a:prstGeom prst="rect">
              <a:avLst/>
            </a:prstGeom>
            <a:noFill/>
            <a:ln>
              <a:noFill/>
            </a:ln>
          </p:spPr>
          <p:txBody>
            <a:bodyPr spcFirstLastPara="1" wrap="square" lIns="247650" tIns="123825" rIns="247650" bIns="123825" anchor="ctr" anchorCtr="0">
              <a:noAutofit/>
            </a:bodyPr>
            <a:lstStyle/>
            <a:p>
              <a:pPr marL="0" marR="0" lvl="0" indent="0" algn="ctr" rtl="0">
                <a:lnSpc>
                  <a:spcPct val="90000"/>
                </a:lnSpc>
                <a:spcBef>
                  <a:spcPts val="0"/>
                </a:spcBef>
                <a:spcAft>
                  <a:spcPts val="0"/>
                </a:spcAft>
                <a:buClr>
                  <a:schemeClr val="lt1"/>
                </a:buClr>
                <a:buSzPts val="6500"/>
                <a:buFont typeface="Calibri"/>
                <a:buNone/>
              </a:pPr>
              <a:r>
                <a:rPr lang="en-US" sz="6500">
                  <a:solidFill>
                    <a:schemeClr val="lt1"/>
                  </a:solidFill>
                  <a:latin typeface="Calibri"/>
                  <a:ea typeface="Calibri"/>
                  <a:cs typeface="Calibri"/>
                  <a:sym typeface="Calibri"/>
                </a:rPr>
                <a:t>Ba</a:t>
              </a:r>
              <a:endParaRPr/>
            </a:p>
          </p:txBody>
        </p:sp>
        <p:sp>
          <p:nvSpPr>
            <p:cNvPr id="503" name="Google Shape;503;p43"/>
            <p:cNvSpPr/>
            <p:nvPr/>
          </p:nvSpPr>
          <p:spPr>
            <a:xfrm>
              <a:off x="4405256" y="1862666"/>
              <a:ext cx="6607884" cy="1693333"/>
            </a:xfrm>
            <a:prstGeom prst="rightArrow">
              <a:avLst>
                <a:gd name="adj1" fmla="val 75000"/>
                <a:gd name="adj2" fmla="val 50000"/>
              </a:avLst>
            </a:prstGeom>
            <a:solidFill>
              <a:srgbClr val="CBE5DE">
                <a:alpha val="89803"/>
              </a:srgbClr>
            </a:solidFill>
            <a:ln w="12700" cap="flat" cmpd="sng">
              <a:solidFill>
                <a:srgbClr val="CBE5DE">
                  <a:alpha val="89803"/>
                </a:srgbClr>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43"/>
            <p:cNvSpPr txBox="1"/>
            <p:nvPr/>
          </p:nvSpPr>
          <p:spPr>
            <a:xfrm>
              <a:off x="4405256" y="2074333"/>
              <a:ext cx="5972884" cy="1269999"/>
            </a:xfrm>
            <a:prstGeom prst="rect">
              <a:avLst/>
            </a:prstGeom>
            <a:noFill/>
            <a:ln>
              <a:noFill/>
            </a:ln>
          </p:spPr>
          <p:txBody>
            <a:bodyPr spcFirstLastPara="1" wrap="square" lIns="17125" tIns="17125" rIns="17125" bIns="17125" anchor="t" anchorCtr="0">
              <a:noAutofit/>
            </a:bodyPr>
            <a:lstStyle/>
            <a:p>
              <a:pPr marL="228600" marR="0" lvl="1" indent="-228600" algn="l" rtl="0">
                <a:lnSpc>
                  <a:spcPct val="90000"/>
                </a:lnSpc>
                <a:spcBef>
                  <a:spcPts val="0"/>
                </a:spcBef>
                <a:spcAft>
                  <a:spcPts val="0"/>
                </a:spcAft>
                <a:buClr>
                  <a:schemeClr val="dk1"/>
                </a:buClr>
                <a:buSzPts val="2700"/>
                <a:buFont typeface="Calibri"/>
                <a:buChar char="•"/>
              </a:pPr>
              <a:r>
                <a:rPr lang="en-US" sz="2700" b="0" i="0" u="none" strike="noStrike" cap="none">
                  <a:solidFill>
                    <a:schemeClr val="dk1"/>
                  </a:solidFill>
                  <a:latin typeface="Calibri"/>
                  <a:ea typeface="Calibri"/>
                  <a:cs typeface="Calibri"/>
                  <a:sym typeface="Calibri"/>
                </a:rPr>
                <a:t>Soft State</a:t>
              </a:r>
              <a:endParaRPr/>
            </a:p>
            <a:p>
              <a:pPr marL="228600" marR="0" lvl="1" indent="-228600" algn="l" rtl="0">
                <a:lnSpc>
                  <a:spcPct val="90000"/>
                </a:lnSpc>
                <a:spcBef>
                  <a:spcPts val="405"/>
                </a:spcBef>
                <a:spcAft>
                  <a:spcPts val="0"/>
                </a:spcAft>
                <a:buClr>
                  <a:schemeClr val="dk1"/>
                </a:buClr>
                <a:buSzPts val="2700"/>
                <a:buFont typeface="Calibri"/>
                <a:buChar char="•"/>
              </a:pPr>
              <a:r>
                <a:rPr lang="en-US" sz="2700" b="0" i="0" u="none" strike="noStrike" cap="none">
                  <a:solidFill>
                    <a:schemeClr val="dk1"/>
                  </a:solidFill>
                  <a:latin typeface="Calibri"/>
                  <a:ea typeface="Calibri"/>
                  <a:cs typeface="Calibri"/>
                  <a:sym typeface="Calibri"/>
                </a:rPr>
                <a:t>The state of the system or specific data can change over time</a:t>
              </a:r>
              <a:endParaRPr/>
            </a:p>
          </p:txBody>
        </p:sp>
        <p:sp>
          <p:nvSpPr>
            <p:cNvPr id="505" name="Google Shape;505;p43"/>
            <p:cNvSpPr/>
            <p:nvPr/>
          </p:nvSpPr>
          <p:spPr>
            <a:xfrm>
              <a:off x="0" y="1862666"/>
              <a:ext cx="4405256" cy="1693333"/>
            </a:xfrm>
            <a:prstGeom prst="roundRect">
              <a:avLst>
                <a:gd name="adj" fmla="val 16667"/>
              </a:avLst>
            </a:prstGeom>
            <a:solidFill>
              <a:srgbClr val="44B78C"/>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43"/>
            <p:cNvSpPr txBox="1"/>
            <p:nvPr/>
          </p:nvSpPr>
          <p:spPr>
            <a:xfrm>
              <a:off x="82662" y="1945328"/>
              <a:ext cx="4239932" cy="1528009"/>
            </a:xfrm>
            <a:prstGeom prst="rect">
              <a:avLst/>
            </a:prstGeom>
            <a:noFill/>
            <a:ln>
              <a:noFill/>
            </a:ln>
          </p:spPr>
          <p:txBody>
            <a:bodyPr spcFirstLastPara="1" wrap="square" lIns="247650" tIns="123825" rIns="247650" bIns="123825" anchor="ctr" anchorCtr="0">
              <a:noAutofit/>
            </a:bodyPr>
            <a:lstStyle/>
            <a:p>
              <a:pPr marL="0" marR="0" lvl="0" indent="0" algn="ctr" rtl="0">
                <a:lnSpc>
                  <a:spcPct val="90000"/>
                </a:lnSpc>
                <a:spcBef>
                  <a:spcPts val="0"/>
                </a:spcBef>
                <a:spcAft>
                  <a:spcPts val="0"/>
                </a:spcAft>
                <a:buClr>
                  <a:schemeClr val="lt1"/>
                </a:buClr>
                <a:buSzPts val="6500"/>
                <a:buFont typeface="Calibri"/>
                <a:buNone/>
              </a:pPr>
              <a:r>
                <a:rPr lang="en-US" sz="6500">
                  <a:solidFill>
                    <a:schemeClr val="lt1"/>
                  </a:solidFill>
                  <a:latin typeface="Calibri"/>
                  <a:ea typeface="Calibri"/>
                  <a:cs typeface="Calibri"/>
                  <a:sym typeface="Calibri"/>
                </a:rPr>
                <a:t>S</a:t>
              </a:r>
              <a:endParaRPr/>
            </a:p>
          </p:txBody>
        </p:sp>
        <p:sp>
          <p:nvSpPr>
            <p:cNvPr id="507" name="Google Shape;507;p43"/>
            <p:cNvSpPr/>
            <p:nvPr/>
          </p:nvSpPr>
          <p:spPr>
            <a:xfrm>
              <a:off x="4405256" y="3725333"/>
              <a:ext cx="6607884" cy="1693333"/>
            </a:xfrm>
            <a:prstGeom prst="rightArrow">
              <a:avLst>
                <a:gd name="adj1" fmla="val 75000"/>
                <a:gd name="adj2" fmla="val 50000"/>
              </a:avLst>
            </a:prstGeom>
            <a:solidFill>
              <a:srgbClr val="D2E2CB">
                <a:alpha val="89803"/>
              </a:srgbClr>
            </a:solidFill>
            <a:ln w="12700" cap="flat" cmpd="sng">
              <a:solidFill>
                <a:srgbClr val="D2E2CB">
                  <a:alpha val="89803"/>
                </a:srgbClr>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43"/>
            <p:cNvSpPr txBox="1"/>
            <p:nvPr/>
          </p:nvSpPr>
          <p:spPr>
            <a:xfrm>
              <a:off x="4405256" y="3937000"/>
              <a:ext cx="5972884" cy="1269999"/>
            </a:xfrm>
            <a:prstGeom prst="rect">
              <a:avLst/>
            </a:prstGeom>
            <a:noFill/>
            <a:ln>
              <a:noFill/>
            </a:ln>
          </p:spPr>
          <p:txBody>
            <a:bodyPr spcFirstLastPara="1" wrap="square" lIns="17125" tIns="17125" rIns="17125" bIns="17125" anchor="t" anchorCtr="0">
              <a:noAutofit/>
            </a:bodyPr>
            <a:lstStyle/>
            <a:p>
              <a:pPr marL="228600" marR="0" lvl="1" indent="-228600" algn="l" rtl="0">
                <a:lnSpc>
                  <a:spcPct val="90000"/>
                </a:lnSpc>
                <a:spcBef>
                  <a:spcPts val="0"/>
                </a:spcBef>
                <a:spcAft>
                  <a:spcPts val="0"/>
                </a:spcAft>
                <a:buClr>
                  <a:schemeClr val="dk1"/>
                </a:buClr>
                <a:buSzPts val="2700"/>
                <a:buFont typeface="Calibri"/>
                <a:buChar char="•"/>
              </a:pPr>
              <a:r>
                <a:rPr lang="en-US" sz="2700" b="0" i="0" u="none" strike="noStrike" cap="none">
                  <a:solidFill>
                    <a:schemeClr val="dk1"/>
                  </a:solidFill>
                  <a:latin typeface="Calibri"/>
                  <a:ea typeface="Calibri"/>
                  <a:cs typeface="Calibri"/>
                  <a:sym typeface="Calibri"/>
                </a:rPr>
                <a:t>Eventual Consistency</a:t>
              </a:r>
              <a:endParaRPr sz="2700" b="0" i="0" u="none" strike="noStrike" cap="none">
                <a:solidFill>
                  <a:schemeClr val="dk1"/>
                </a:solidFill>
                <a:latin typeface="Calibri"/>
                <a:ea typeface="Calibri"/>
                <a:cs typeface="Calibri"/>
                <a:sym typeface="Calibri"/>
              </a:endParaRPr>
            </a:p>
            <a:p>
              <a:pPr marL="228600" marR="0" lvl="1" indent="-228600" algn="l" rtl="0">
                <a:lnSpc>
                  <a:spcPct val="90000"/>
                </a:lnSpc>
                <a:spcBef>
                  <a:spcPts val="405"/>
                </a:spcBef>
                <a:spcAft>
                  <a:spcPts val="0"/>
                </a:spcAft>
                <a:buClr>
                  <a:schemeClr val="dk1"/>
                </a:buClr>
                <a:buSzPts val="2700"/>
                <a:buFont typeface="Calibri"/>
                <a:buChar char="•"/>
              </a:pPr>
              <a:r>
                <a:rPr lang="en-US" sz="2700" b="0" i="0" u="none" strike="noStrike" cap="none">
                  <a:solidFill>
                    <a:schemeClr val="dk1"/>
                  </a:solidFill>
                  <a:latin typeface="Calibri"/>
                  <a:ea typeface="Calibri"/>
                  <a:cs typeface="Calibri"/>
                  <a:sym typeface="Calibri"/>
                </a:rPr>
                <a:t>The consistency of data across systems are achieved with moderate delay</a:t>
              </a:r>
              <a:endParaRPr sz="2700" b="0" i="0" u="none" strike="noStrike" cap="none">
                <a:solidFill>
                  <a:schemeClr val="dk1"/>
                </a:solidFill>
                <a:latin typeface="Calibri"/>
                <a:ea typeface="Calibri"/>
                <a:cs typeface="Calibri"/>
                <a:sym typeface="Calibri"/>
              </a:endParaRPr>
            </a:p>
          </p:txBody>
        </p:sp>
        <p:sp>
          <p:nvSpPr>
            <p:cNvPr id="509" name="Google Shape;509;p43"/>
            <p:cNvSpPr/>
            <p:nvPr/>
          </p:nvSpPr>
          <p:spPr>
            <a:xfrm>
              <a:off x="0" y="3725333"/>
              <a:ext cx="4405256" cy="1693333"/>
            </a:xfrm>
            <a:prstGeom prst="roundRect">
              <a:avLst>
                <a:gd name="adj" fmla="val 16667"/>
              </a:avLst>
            </a:prstGeom>
            <a:solidFill>
              <a:srgbClr val="6FAA47"/>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43"/>
            <p:cNvSpPr txBox="1"/>
            <p:nvPr/>
          </p:nvSpPr>
          <p:spPr>
            <a:xfrm>
              <a:off x="82662" y="3807995"/>
              <a:ext cx="4239932" cy="1528009"/>
            </a:xfrm>
            <a:prstGeom prst="rect">
              <a:avLst/>
            </a:prstGeom>
            <a:noFill/>
            <a:ln>
              <a:noFill/>
            </a:ln>
          </p:spPr>
          <p:txBody>
            <a:bodyPr spcFirstLastPara="1" wrap="square" lIns="247650" tIns="123825" rIns="247650" bIns="123825" anchor="ctr" anchorCtr="0">
              <a:noAutofit/>
            </a:bodyPr>
            <a:lstStyle/>
            <a:p>
              <a:pPr marL="0" marR="0" lvl="0" indent="0" algn="ctr" rtl="0">
                <a:lnSpc>
                  <a:spcPct val="90000"/>
                </a:lnSpc>
                <a:spcBef>
                  <a:spcPts val="0"/>
                </a:spcBef>
                <a:spcAft>
                  <a:spcPts val="0"/>
                </a:spcAft>
                <a:buClr>
                  <a:schemeClr val="lt1"/>
                </a:buClr>
                <a:buSzPts val="6500"/>
                <a:buFont typeface="Calibri"/>
                <a:buNone/>
              </a:pPr>
              <a:r>
                <a:rPr lang="en-US" sz="6500">
                  <a:solidFill>
                    <a:schemeClr val="lt1"/>
                  </a:solidFill>
                  <a:latin typeface="Calibri"/>
                  <a:ea typeface="Calibri"/>
                  <a:cs typeface="Calibri"/>
                  <a:sym typeface="Calibri"/>
                </a:rPr>
                <a:t>E</a:t>
              </a:r>
              <a:endParaRPr sz="6500">
                <a:solidFill>
                  <a:schemeClr val="lt1"/>
                </a:solidFill>
                <a:latin typeface="Calibri"/>
                <a:ea typeface="Calibri"/>
                <a:cs typeface="Calibri"/>
                <a:sym typeface="Calibri"/>
              </a:endParaRPr>
            </a:p>
          </p:txBody>
        </p:sp>
      </p:gr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Shape 514"/>
        <p:cNvGrpSpPr/>
        <p:nvPr/>
      </p:nvGrpSpPr>
      <p:grpSpPr>
        <a:xfrm>
          <a:off x="0" y="0"/>
          <a:ext cx="0" cy="0"/>
          <a:chOff x="0" y="0"/>
          <a:chExt cx="0" cy="0"/>
        </a:xfrm>
      </p:grpSpPr>
      <p:sp>
        <p:nvSpPr>
          <p:cNvPr id="515" name="Google Shape;515;p44"/>
          <p:cNvSpPr txBox="1">
            <a:spLocks noGrp="1"/>
          </p:cNvSpPr>
          <p:nvPr>
            <p:ph type="title"/>
          </p:nvPr>
        </p:nvSpPr>
        <p:spPr>
          <a:xfrm>
            <a:off x="838200" y="160569"/>
            <a:ext cx="9321800" cy="76436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3200"/>
              <a:buFont typeface="Helvetica Neue"/>
              <a:buNone/>
            </a:pPr>
            <a:r>
              <a:rPr lang="en-US"/>
              <a:t>ACID vs BaSE</a:t>
            </a:r>
            <a:endParaRPr/>
          </a:p>
        </p:txBody>
      </p:sp>
      <p:graphicFrame>
        <p:nvGraphicFramePr>
          <p:cNvPr id="516" name="Google Shape;516;p44"/>
          <p:cNvGraphicFramePr/>
          <p:nvPr/>
        </p:nvGraphicFramePr>
        <p:xfrm>
          <a:off x="609600" y="1295400"/>
          <a:ext cx="10668000" cy="4952975"/>
        </p:xfrm>
        <a:graphic>
          <a:graphicData uri="http://schemas.openxmlformats.org/drawingml/2006/table">
            <a:tbl>
              <a:tblPr firstRow="1" bandRow="1">
                <a:noFill/>
                <a:tableStyleId>{131B6606-50E8-4F3F-95DB-24FF2E968E94}</a:tableStyleId>
              </a:tblPr>
              <a:tblGrid>
                <a:gridCol w="3556000">
                  <a:extLst>
                    <a:ext uri="{9D8B030D-6E8A-4147-A177-3AD203B41FA5}">
                      <a16:colId xmlns:a16="http://schemas.microsoft.com/office/drawing/2014/main" val="20000"/>
                    </a:ext>
                  </a:extLst>
                </a:gridCol>
                <a:gridCol w="3556000">
                  <a:extLst>
                    <a:ext uri="{9D8B030D-6E8A-4147-A177-3AD203B41FA5}">
                      <a16:colId xmlns:a16="http://schemas.microsoft.com/office/drawing/2014/main" val="20001"/>
                    </a:ext>
                  </a:extLst>
                </a:gridCol>
                <a:gridCol w="3556000">
                  <a:extLst>
                    <a:ext uri="{9D8B030D-6E8A-4147-A177-3AD203B41FA5}">
                      <a16:colId xmlns:a16="http://schemas.microsoft.com/office/drawing/2014/main" val="20002"/>
                    </a:ext>
                  </a:extLst>
                </a:gridCol>
              </a:tblGrid>
              <a:tr h="604625">
                <a:tc>
                  <a:txBody>
                    <a:bodyPr/>
                    <a:lstStyle/>
                    <a:p>
                      <a:pPr marL="0" marR="0" lvl="0" indent="0" algn="ctr" rtl="0">
                        <a:spcBef>
                          <a:spcPts val="0"/>
                        </a:spcBef>
                        <a:spcAft>
                          <a:spcPts val="0"/>
                        </a:spcAft>
                        <a:buClr>
                          <a:schemeClr val="dk1"/>
                        </a:buClr>
                        <a:buSzPts val="1800"/>
                        <a:buFont typeface="Calibri"/>
                        <a:buNone/>
                      </a:pPr>
                      <a:r>
                        <a:rPr lang="en-US" sz="1800"/>
                        <a:t>Feature</a:t>
                      </a:r>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Calibri"/>
                        <a:buNone/>
                      </a:pPr>
                      <a:r>
                        <a:rPr lang="en-US" sz="1800"/>
                        <a:t>ACID</a:t>
                      </a:r>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Calibri"/>
                        <a:buNone/>
                      </a:pPr>
                      <a:r>
                        <a:rPr lang="en-US" sz="1800"/>
                        <a:t>BASE</a:t>
                      </a:r>
                      <a:endParaRPr/>
                    </a:p>
                  </a:txBody>
                  <a:tcPr marL="91450" marR="91450" marT="45725" marB="45725" anchor="ctr"/>
                </a:tc>
                <a:extLst>
                  <a:ext uri="{0D108BD9-81ED-4DB2-BD59-A6C34878D82A}">
                    <a16:rowId xmlns:a16="http://schemas.microsoft.com/office/drawing/2014/main" val="10000"/>
                  </a:ext>
                </a:extLst>
              </a:tr>
              <a:tr h="604625">
                <a:tc>
                  <a:txBody>
                    <a:bodyPr/>
                    <a:lstStyle/>
                    <a:p>
                      <a:pPr marL="0" marR="0" lvl="0" indent="0" algn="ctr" rtl="0">
                        <a:spcBef>
                          <a:spcPts val="0"/>
                        </a:spcBef>
                        <a:spcAft>
                          <a:spcPts val="0"/>
                        </a:spcAft>
                        <a:buClr>
                          <a:schemeClr val="dk1"/>
                        </a:buClr>
                        <a:buSzPts val="1800"/>
                        <a:buFont typeface="Calibri"/>
                        <a:buNone/>
                      </a:pPr>
                      <a:r>
                        <a:rPr lang="en-US" sz="1800" b="1"/>
                        <a:t>Availability</a:t>
                      </a:r>
                      <a:endParaRPr sz="1800"/>
                    </a:p>
                  </a:txBody>
                  <a:tcPr marL="91450" marR="91450" marT="45725" marB="45725" anchor="ctr"/>
                </a:tc>
                <a:tc>
                  <a:txBody>
                    <a:bodyPr/>
                    <a:lstStyle/>
                    <a:p>
                      <a:pPr marL="0" marR="0" lvl="0" indent="0" algn="l" rtl="0">
                        <a:spcBef>
                          <a:spcPts val="0"/>
                        </a:spcBef>
                        <a:spcAft>
                          <a:spcPts val="0"/>
                        </a:spcAft>
                        <a:buClr>
                          <a:schemeClr val="dk1"/>
                        </a:buClr>
                        <a:buSzPts val="1800"/>
                        <a:buFont typeface="Calibri"/>
                        <a:buNone/>
                      </a:pPr>
                      <a:r>
                        <a:rPr lang="en-US" sz="1800"/>
                        <a:t>Lower availability.</a:t>
                      </a:r>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Calibri"/>
                        <a:buNone/>
                      </a:pPr>
                      <a:r>
                        <a:rPr lang="en-US" sz="1800"/>
                        <a:t>Highly available.</a:t>
                      </a:r>
                      <a:endParaRPr/>
                    </a:p>
                  </a:txBody>
                  <a:tcPr marL="91450" marR="91450" marT="45725" marB="45725" anchor="ctr"/>
                </a:tc>
                <a:extLst>
                  <a:ext uri="{0D108BD9-81ED-4DB2-BD59-A6C34878D82A}">
                    <a16:rowId xmlns:a16="http://schemas.microsoft.com/office/drawing/2014/main" val="10001"/>
                  </a:ext>
                </a:extLst>
              </a:tr>
              <a:tr h="1043600">
                <a:tc>
                  <a:txBody>
                    <a:bodyPr/>
                    <a:lstStyle/>
                    <a:p>
                      <a:pPr marL="0" marR="0" lvl="0" indent="0" algn="ctr" rtl="0">
                        <a:spcBef>
                          <a:spcPts val="0"/>
                        </a:spcBef>
                        <a:spcAft>
                          <a:spcPts val="0"/>
                        </a:spcAft>
                        <a:buClr>
                          <a:schemeClr val="dk1"/>
                        </a:buClr>
                        <a:buSzPts val="1800"/>
                        <a:buFont typeface="Calibri"/>
                        <a:buNone/>
                      </a:pPr>
                      <a:r>
                        <a:rPr lang="en-US" sz="1800" b="1"/>
                        <a:t>Consistency</a:t>
                      </a:r>
                      <a:endParaRPr sz="1800"/>
                    </a:p>
                  </a:txBody>
                  <a:tcPr marL="91450" marR="91450" marT="45725" marB="45725" anchor="ctr"/>
                </a:tc>
                <a:tc>
                  <a:txBody>
                    <a:bodyPr/>
                    <a:lstStyle/>
                    <a:p>
                      <a:pPr marL="0" marR="0" lvl="0" indent="0" algn="l" rtl="0">
                        <a:spcBef>
                          <a:spcPts val="0"/>
                        </a:spcBef>
                        <a:spcAft>
                          <a:spcPts val="0"/>
                        </a:spcAft>
                        <a:buClr>
                          <a:schemeClr val="dk1"/>
                        </a:buClr>
                        <a:buSzPts val="1800"/>
                        <a:buFont typeface="Calibri"/>
                        <a:buNone/>
                      </a:pPr>
                      <a:r>
                        <a:rPr lang="en-US" sz="1800"/>
                        <a:t>Strong consistency after each transaction.</a:t>
                      </a:r>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Calibri"/>
                        <a:buNone/>
                      </a:pPr>
                      <a:r>
                        <a:rPr lang="en-US" sz="1800"/>
                        <a:t>Consistent over time.</a:t>
                      </a:r>
                      <a:endParaRPr/>
                    </a:p>
                  </a:txBody>
                  <a:tcPr marL="91450" marR="91450" marT="45725" marB="45725" anchor="ctr"/>
                </a:tc>
                <a:extLst>
                  <a:ext uri="{0D108BD9-81ED-4DB2-BD59-A6C34878D82A}">
                    <a16:rowId xmlns:a16="http://schemas.microsoft.com/office/drawing/2014/main" val="10002"/>
                  </a:ext>
                </a:extLst>
              </a:tr>
              <a:tr h="604625">
                <a:tc>
                  <a:txBody>
                    <a:bodyPr/>
                    <a:lstStyle/>
                    <a:p>
                      <a:pPr marL="0" marR="0" lvl="0" indent="0" algn="ctr" rtl="0">
                        <a:spcBef>
                          <a:spcPts val="0"/>
                        </a:spcBef>
                        <a:spcAft>
                          <a:spcPts val="0"/>
                        </a:spcAft>
                        <a:buClr>
                          <a:schemeClr val="dk1"/>
                        </a:buClr>
                        <a:buSzPts val="1800"/>
                        <a:buFont typeface="Calibri"/>
                        <a:buNone/>
                      </a:pPr>
                      <a:r>
                        <a:rPr lang="en-US" sz="1800" b="1"/>
                        <a:t>Performance</a:t>
                      </a:r>
                      <a:endParaRPr sz="1800"/>
                    </a:p>
                  </a:txBody>
                  <a:tcPr marL="91450" marR="91450" marT="45725" marB="45725" anchor="ctr"/>
                </a:tc>
                <a:tc>
                  <a:txBody>
                    <a:bodyPr/>
                    <a:lstStyle/>
                    <a:p>
                      <a:pPr marL="0" marR="0" lvl="0" indent="0" algn="l" rtl="0">
                        <a:spcBef>
                          <a:spcPts val="0"/>
                        </a:spcBef>
                        <a:spcAft>
                          <a:spcPts val="0"/>
                        </a:spcAft>
                        <a:buClr>
                          <a:schemeClr val="dk1"/>
                        </a:buClr>
                        <a:buSzPts val="1800"/>
                        <a:buFont typeface="Calibri"/>
                        <a:buNone/>
                      </a:pPr>
                      <a:r>
                        <a:rPr lang="en-US" sz="1800"/>
                        <a:t>Slower but accurate.</a:t>
                      </a:r>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Calibri"/>
                        <a:buNone/>
                      </a:pPr>
                      <a:r>
                        <a:rPr lang="en-US" sz="1800"/>
                        <a:t>Faster but less accurate.</a:t>
                      </a:r>
                      <a:endParaRPr/>
                    </a:p>
                  </a:txBody>
                  <a:tcPr marL="91450" marR="91450" marT="45725" marB="45725" anchor="ctr"/>
                </a:tc>
                <a:extLst>
                  <a:ext uri="{0D108BD9-81ED-4DB2-BD59-A6C34878D82A}">
                    <a16:rowId xmlns:a16="http://schemas.microsoft.com/office/drawing/2014/main" val="10003"/>
                  </a:ext>
                </a:extLst>
              </a:tr>
              <a:tr h="604625">
                <a:tc>
                  <a:txBody>
                    <a:bodyPr/>
                    <a:lstStyle/>
                    <a:p>
                      <a:pPr marL="0" marR="0" lvl="0" indent="0" algn="ctr" rtl="0">
                        <a:spcBef>
                          <a:spcPts val="0"/>
                        </a:spcBef>
                        <a:spcAft>
                          <a:spcPts val="0"/>
                        </a:spcAft>
                        <a:buClr>
                          <a:schemeClr val="dk1"/>
                        </a:buClr>
                        <a:buSzPts val="1800"/>
                        <a:buFont typeface="Calibri"/>
                        <a:buNone/>
                      </a:pPr>
                      <a:r>
                        <a:rPr lang="en-US" sz="1800" b="1"/>
                        <a:t>Scalability</a:t>
                      </a:r>
                      <a:endParaRPr sz="1800"/>
                    </a:p>
                  </a:txBody>
                  <a:tcPr marL="91450" marR="91450" marT="45725" marB="45725" anchor="ctr"/>
                </a:tc>
                <a:tc>
                  <a:txBody>
                    <a:bodyPr/>
                    <a:lstStyle/>
                    <a:p>
                      <a:pPr marL="0" marR="0" lvl="0" indent="0" algn="l" rtl="0">
                        <a:spcBef>
                          <a:spcPts val="0"/>
                        </a:spcBef>
                        <a:spcAft>
                          <a:spcPts val="0"/>
                        </a:spcAft>
                        <a:buClr>
                          <a:schemeClr val="dk1"/>
                        </a:buClr>
                        <a:buSzPts val="1800"/>
                        <a:buFont typeface="Calibri"/>
                        <a:buNone/>
                      </a:pPr>
                      <a:r>
                        <a:rPr lang="en-US" sz="1800"/>
                        <a:t>Difficult to scale.</a:t>
                      </a:r>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Calibri"/>
                        <a:buNone/>
                      </a:pPr>
                      <a:r>
                        <a:rPr lang="en-US" sz="1800"/>
                        <a:t>Highly scalable.</a:t>
                      </a:r>
                      <a:endParaRPr/>
                    </a:p>
                  </a:txBody>
                  <a:tcPr marL="91450" marR="91450" marT="45725" marB="45725" anchor="ctr"/>
                </a:tc>
                <a:extLst>
                  <a:ext uri="{0D108BD9-81ED-4DB2-BD59-A6C34878D82A}">
                    <a16:rowId xmlns:a16="http://schemas.microsoft.com/office/drawing/2014/main" val="10004"/>
                  </a:ext>
                </a:extLst>
              </a:tr>
              <a:tr h="1490875">
                <a:tc>
                  <a:txBody>
                    <a:bodyPr/>
                    <a:lstStyle/>
                    <a:p>
                      <a:pPr marL="0" marR="0" lvl="0" indent="0" algn="ctr" rtl="0">
                        <a:spcBef>
                          <a:spcPts val="0"/>
                        </a:spcBef>
                        <a:spcAft>
                          <a:spcPts val="0"/>
                        </a:spcAft>
                        <a:buClr>
                          <a:schemeClr val="dk1"/>
                        </a:buClr>
                        <a:buSzPts val="1800"/>
                        <a:buFont typeface="Calibri"/>
                        <a:buNone/>
                      </a:pPr>
                      <a:r>
                        <a:rPr lang="en-US" sz="1800" b="1"/>
                        <a:t>Use Case</a:t>
                      </a:r>
                      <a:endParaRPr sz="1800"/>
                    </a:p>
                  </a:txBody>
                  <a:tcPr marL="91450" marR="91450" marT="45725" marB="45725" anchor="ctr"/>
                </a:tc>
                <a:tc>
                  <a:txBody>
                    <a:bodyPr/>
                    <a:lstStyle/>
                    <a:p>
                      <a:pPr marL="0" marR="0" lvl="0" indent="0" algn="l" rtl="0">
                        <a:spcBef>
                          <a:spcPts val="0"/>
                        </a:spcBef>
                        <a:spcAft>
                          <a:spcPts val="0"/>
                        </a:spcAft>
                        <a:buClr>
                          <a:schemeClr val="dk1"/>
                        </a:buClr>
                        <a:buSzPts val="1800"/>
                        <a:buFont typeface="Calibri"/>
                        <a:buNone/>
                      </a:pPr>
                      <a:r>
                        <a:rPr lang="en-US" sz="1800"/>
                        <a:t>Banking, finance, and </a:t>
                      </a:r>
                      <a:r>
                        <a:rPr lang="en-US" sz="1800" b="1" u="sng">
                          <a:solidFill>
                            <a:srgbClr val="0A1D33"/>
                          </a:solidFill>
                          <a:hlinkClick r:id="rId3">
                            <a:extLst>
                              <a:ext uri="{A12FA001-AC4F-418D-AE19-62706E023703}">
                                <ahyp:hlinkClr xmlns:ahyp="http://schemas.microsoft.com/office/drawing/2018/hyperlinkcolor" val="tx"/>
                              </a:ext>
                            </a:extLst>
                          </a:hlinkClick>
                        </a:rPr>
                        <a:t>e-commerce</a:t>
                      </a:r>
                      <a:r>
                        <a:rPr lang="en-US" sz="1800"/>
                        <a:t>.</a:t>
                      </a:r>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Calibri"/>
                        <a:buNone/>
                      </a:pPr>
                      <a:r>
                        <a:rPr lang="en-US" sz="1800"/>
                        <a:t>Social media, </a:t>
                      </a:r>
                      <a:r>
                        <a:rPr lang="en-US" sz="1800" b="1" u="sng">
                          <a:solidFill>
                            <a:srgbClr val="0A1D33"/>
                          </a:solidFill>
                          <a:hlinkClick r:id="rId4">
                            <a:extLst>
                              <a:ext uri="{A12FA001-AC4F-418D-AE19-62706E023703}">
                                <ahyp:hlinkClr xmlns:ahyp="http://schemas.microsoft.com/office/drawing/2018/hyperlinkcolor" val="tx"/>
                              </a:ext>
                            </a:extLst>
                          </a:hlinkClick>
                        </a:rPr>
                        <a:t>real-time</a:t>
                      </a:r>
                      <a:r>
                        <a:rPr lang="en-US" sz="1800"/>
                        <a:t> analytics, and </a:t>
                      </a:r>
                      <a:r>
                        <a:rPr lang="en-US" sz="1800" b="1" u="sng">
                          <a:solidFill>
                            <a:srgbClr val="0A1D33"/>
                          </a:solidFill>
                          <a:hlinkClick r:id="rId5">
                            <a:extLst>
                              <a:ext uri="{A12FA001-AC4F-418D-AE19-62706E023703}">
                                <ahyp:hlinkClr xmlns:ahyp="http://schemas.microsoft.com/office/drawing/2018/hyperlinkcolor" val="tx"/>
                              </a:ext>
                            </a:extLst>
                          </a:hlinkClick>
                        </a:rPr>
                        <a:t>big data</a:t>
                      </a:r>
                      <a:r>
                        <a:rPr lang="en-US" sz="1800"/>
                        <a:t>.</a:t>
                      </a:r>
                      <a:endParaRPr/>
                    </a:p>
                  </a:txBody>
                  <a:tcPr marL="91450" marR="91450" marT="45725" marB="45725" anchor="ctr"/>
                </a:tc>
                <a:extLst>
                  <a:ext uri="{0D108BD9-81ED-4DB2-BD59-A6C34878D82A}">
                    <a16:rowId xmlns:a16="http://schemas.microsoft.com/office/drawing/2014/main" val="10005"/>
                  </a:ext>
                </a:extLst>
              </a:tr>
            </a:tbl>
          </a:graphicData>
        </a:graphic>
      </p:graphicFrame>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40</TotalTime>
  <Words>2774</Words>
  <Application>Microsoft Office PowerPoint</Application>
  <PresentationFormat>Widescreen</PresentationFormat>
  <Paragraphs>620</Paragraphs>
  <Slides>57</Slides>
  <Notes>53</Notes>
  <HiddenSlides>5</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57</vt:i4>
      </vt:variant>
    </vt:vector>
  </HeadingPairs>
  <TitlesOfParts>
    <vt:vector size="66" baseType="lpstr">
      <vt:lpstr>Arial</vt:lpstr>
      <vt:lpstr>Helvetica Neue Light</vt:lpstr>
      <vt:lpstr>Calibri</vt:lpstr>
      <vt:lpstr>Helvetica Neue</vt:lpstr>
      <vt:lpstr>Helvetica</vt:lpstr>
      <vt:lpstr>Wingdings</vt:lpstr>
      <vt:lpstr>Times New Roman</vt:lpstr>
      <vt:lpstr>Noto Sans Symbols</vt:lpstr>
      <vt:lpstr>Office Theme</vt:lpstr>
      <vt:lpstr>Data Representations</vt:lpstr>
      <vt:lpstr>Agenda</vt:lpstr>
      <vt:lpstr>PowerPoint Presentation</vt:lpstr>
      <vt:lpstr>Information Hierarchy (Basic Concepts)</vt:lpstr>
      <vt:lpstr>Information Hierarchy  (Basic Concepts)</vt:lpstr>
      <vt:lpstr>Information Hierarchy (A facetious Example)</vt:lpstr>
      <vt:lpstr>Abbreviations</vt:lpstr>
      <vt:lpstr>Introduction</vt:lpstr>
      <vt:lpstr>Have you heard these in your work?</vt:lpstr>
      <vt:lpstr>What is Data Management?</vt:lpstr>
      <vt:lpstr>Why Data Management?</vt:lpstr>
      <vt:lpstr>Relationship between Data and ML Pipelines </vt:lpstr>
      <vt:lpstr>Formats of Data</vt:lpstr>
      <vt:lpstr>Overview</vt:lpstr>
      <vt:lpstr>Structured vs Unstructured vs Semi-Structured</vt:lpstr>
      <vt:lpstr>Data Models</vt:lpstr>
      <vt:lpstr>Definition &amp; Types</vt:lpstr>
      <vt:lpstr>Relational Data Model</vt:lpstr>
      <vt:lpstr>Which is Better?</vt:lpstr>
      <vt:lpstr>Hierarchical Data Model</vt:lpstr>
      <vt:lpstr>Where is this used?</vt:lpstr>
      <vt:lpstr>Graph Data Model</vt:lpstr>
      <vt:lpstr>Where is this used?</vt:lpstr>
      <vt:lpstr>Document Datamodel</vt:lpstr>
      <vt:lpstr>Where is this used?</vt:lpstr>
      <vt:lpstr>Key-Value Pair</vt:lpstr>
      <vt:lpstr>Where is this used?</vt:lpstr>
      <vt:lpstr>Summary of Data Models</vt:lpstr>
      <vt:lpstr>Comparison of various datamodels</vt:lpstr>
      <vt:lpstr>Query Languages For Data</vt:lpstr>
      <vt:lpstr>Basics</vt:lpstr>
      <vt:lpstr>What is the difference?</vt:lpstr>
      <vt:lpstr>Imperative vs Declarative</vt:lpstr>
      <vt:lpstr>Imperative vs Declarative</vt:lpstr>
      <vt:lpstr>Data Storage Layouts</vt:lpstr>
      <vt:lpstr>Row Format vs Column Major Format</vt:lpstr>
      <vt:lpstr>Row Format vs Column Major Format</vt:lpstr>
      <vt:lpstr>Data Serialization</vt:lpstr>
      <vt:lpstr>What and Why?</vt:lpstr>
      <vt:lpstr>Process</vt:lpstr>
      <vt:lpstr>Serialization Formats</vt:lpstr>
      <vt:lpstr>Sample</vt:lpstr>
      <vt:lpstr>Sample Process</vt:lpstr>
      <vt:lpstr>Summary</vt:lpstr>
      <vt:lpstr>Data Processing Types</vt:lpstr>
      <vt:lpstr>Data Processing Types</vt:lpstr>
      <vt:lpstr>OLAP – For insights</vt:lpstr>
      <vt:lpstr>Typical Calculations</vt:lpstr>
      <vt:lpstr>OLAP operations</vt:lpstr>
      <vt:lpstr>Features of OLAP</vt:lpstr>
      <vt:lpstr>References:</vt:lpstr>
      <vt:lpstr>Thank You!</vt:lpstr>
      <vt:lpstr>Normalization – Additional Information</vt:lpstr>
      <vt:lpstr>Transaction Compliance of Data</vt:lpstr>
      <vt:lpstr>ACID properties</vt:lpstr>
      <vt:lpstr>BaSE properties</vt:lpstr>
      <vt:lpstr>ACID vs BaSE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Representations</dc:title>
  <dc:creator>User</dc:creator>
  <cp:lastModifiedBy>Sunil Bhutada</cp:lastModifiedBy>
  <cp:revision>6</cp:revision>
  <dcterms:created xsi:type="dcterms:W3CDTF">2018-10-16T06:13:57Z</dcterms:created>
  <dcterms:modified xsi:type="dcterms:W3CDTF">2026-04-18T14:54:49Z</dcterms:modified>
</cp:coreProperties>
</file>